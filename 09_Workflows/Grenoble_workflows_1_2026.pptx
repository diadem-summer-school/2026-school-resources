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0" r:id="rId2"/>
    <p:sldId id="257" r:id="rId3"/>
    <p:sldId id="258" r:id="rId4"/>
    <p:sldId id="292" r:id="rId5"/>
    <p:sldId id="293" r:id="rId6"/>
    <p:sldId id="260" r:id="rId7"/>
    <p:sldId id="261" r:id="rId8"/>
    <p:sldId id="262" r:id="rId9"/>
    <p:sldId id="265" r:id="rId10"/>
    <p:sldId id="263" r:id="rId11"/>
    <p:sldId id="264" r:id="rId12"/>
    <p:sldId id="288" r:id="rId13"/>
    <p:sldId id="289" r:id="rId14"/>
    <p:sldId id="268" r:id="rId15"/>
    <p:sldId id="269" r:id="rId16"/>
    <p:sldId id="270" r:id="rId17"/>
    <p:sldId id="290" r:id="rId18"/>
    <p:sldId id="271" r:id="rId19"/>
    <p:sldId id="291" r:id="rId20"/>
    <p:sldId id="275" r:id="rId21"/>
    <p:sldId id="282" r:id="rId22"/>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B9C1"/>
    <a:srgbClr val="0AE0E9"/>
    <a:srgbClr val="FC3E85"/>
    <a:srgbClr val="D9DBE9"/>
    <a:srgbClr val="00ADB6"/>
    <a:srgbClr val="00B8C2"/>
    <a:srgbClr val="EDBB4D"/>
    <a:srgbClr val="FFD572"/>
    <a:srgbClr val="FFEE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58"/>
    <p:restoredTop sz="94638"/>
  </p:normalViewPr>
  <p:slideViewPr>
    <p:cSldViewPr snapToGrid="0">
      <p:cViewPr varScale="1">
        <p:scale>
          <a:sx n="69" d="100"/>
          <a:sy n="69" d="100"/>
        </p:scale>
        <p:origin x="644" y="44"/>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49603908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6867726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9/1/2026</a:t>
            </a:fld>
            <a:endParaRPr lang="en-US"/>
          </a:p>
        </p:txBody>
      </p:sp>
      <p:sp>
        <p:nvSpPr>
          <p:cNvPr id="173570665"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3161723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7457885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72579265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In this session we introduce </a:t>
            </a:r>
            <a:r>
              <a:rPr lang="en-US" dirty="0" err="1"/>
              <a:t>workfows</a:t>
            </a:r>
            <a:r>
              <a:rPr lang="en-US" dirty="0"/>
              <a:t> and their general concepts and application.</a:t>
            </a:r>
          </a:p>
        </p:txBody>
      </p:sp>
      <p:sp>
        <p:nvSpPr>
          <p:cNvPr id="4" name="Slide Number Placeholder 3"/>
          <p:cNvSpPr>
            <a:spLocks noGrp="1"/>
          </p:cNvSpPr>
          <p:nvPr>
            <p:ph type="sldNum" sz="quarter" idx="5"/>
          </p:nvPr>
        </p:nvSpPr>
        <p:spPr/>
        <p:txBody>
          <a:bodyPr/>
          <a:lstStyle/>
          <a:p>
            <a:pPr>
              <a:defRPr/>
            </a:pPr>
            <a:fld id="{2E6999B8-B6B4-4561-A3CD-BBCDAB9FC9D9}" type="slidenum">
              <a:rPr lang="en-US" smtClean="0"/>
              <a:t>1</a:t>
            </a:fld>
            <a:endParaRPr lang="en-US"/>
          </a:p>
        </p:txBody>
      </p:sp>
    </p:spTree>
    <p:extLst>
      <p:ext uri="{BB962C8B-B14F-4D97-AF65-F5344CB8AC3E}">
        <p14:creationId xmlns:p14="http://schemas.microsoft.com/office/powerpoint/2010/main" val="226206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768873014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768873014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7788d7971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788d797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Science has evolved from observation, to theory, to computational simulation, and now to data-intensive research. Modern research combines all of these paradigms and generates increasingly complex computational processes and large amounts of data. This complexity is one of the main reasons we need scientific workflow management systems.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7788d7971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788d797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Science has evolved from observation, to theory, to computational simulation, and now to data-intensive research. Modern research combines all of these paradigms and generates increasingly complex computational processes and large amounts of data. This complexity is one of the main reasons we need scientific workflow management systems.</a:t>
            </a:r>
            <a:endParaRPr dirty="0"/>
          </a:p>
        </p:txBody>
      </p:sp>
    </p:spTree>
    <p:extLst>
      <p:ext uri="{BB962C8B-B14F-4D97-AF65-F5344CB8AC3E}">
        <p14:creationId xmlns:p14="http://schemas.microsoft.com/office/powerpoint/2010/main" val="3249117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7788d7971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788d797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Science has evolved from observation, to theory, to computational simulation, and now to data-intensive research. Modern research combines all of these paradigms and generates increasingly complex computational processes and large amounts of data. This complexity is one of the main reasons we need scientific workflow management systems.</a:t>
            </a:r>
            <a:endParaRPr dirty="0"/>
          </a:p>
        </p:txBody>
      </p:sp>
    </p:spTree>
    <p:extLst>
      <p:ext uri="{BB962C8B-B14F-4D97-AF65-F5344CB8AC3E}">
        <p14:creationId xmlns:p14="http://schemas.microsoft.com/office/powerpoint/2010/main" val="1755028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77ccf45a2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77ccf45a2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7ccf45a2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77ccf45a2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76909adaf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76909adaf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780eef29d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780eef29d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76909adafd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76909adaf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7ccf45a2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77ccf45a2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7800ed57f6_0_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7800ed57f6_0_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7688730146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7688730146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7688730146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7688730146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7ccf45a2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7ccf45a2e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7800ed57f6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7800ed57f6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688730146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688730146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77f8ae438e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77f8ae438e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7ccf45a2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77ccf45a2e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77ccf45a2e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77ccf45a2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pic>
        <p:nvPicPr>
          <p:cNvPr id="2031675765" name="Picture 2"/>
          <p:cNvPicPr>
            <a:picLocks noChangeAspect="1"/>
          </p:cNvPicPr>
          <p:nvPr userDrawn="1"/>
        </p:nvPicPr>
        <p:blipFill rotWithShape="1">
          <a:blip r:embed="rId2"/>
          <a:srcRect b="9941"/>
          <a:stretch/>
        </p:blipFill>
        <p:spPr bwMode="auto">
          <a:xfrm>
            <a:off x="0" y="0"/>
            <a:ext cx="12196670" cy="6877240"/>
          </a:xfrm>
          <a:prstGeom prst="rect">
            <a:avLst/>
          </a:prstGeom>
          <a:solidFill>
            <a:srgbClr val="CED2F7">
              <a:alpha val="99999"/>
            </a:srgbClr>
          </a:solidFill>
          <a:ln w="12700">
            <a:noFill/>
          </a:ln>
        </p:spPr>
      </p:pic>
      <p:sp>
        <p:nvSpPr>
          <p:cNvPr id="2027612839" name="Rectangle 1"/>
          <p:cNvSpPr/>
          <p:nvPr userDrawn="1"/>
        </p:nvSpPr>
        <p:spPr bwMode="auto">
          <a:xfrm>
            <a:off x="1" y="0"/>
            <a:ext cx="12192000" cy="6877240"/>
          </a:xfrm>
          <a:prstGeom prst="rect">
            <a:avLst/>
          </a:prstGeom>
          <a:solidFill>
            <a:schemeClr val="bg1">
              <a:alpha val="43000"/>
            </a:scheme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pic>
        <p:nvPicPr>
          <p:cNvPr id="2" name="Picture 3904944">
            <a:extLst>
              <a:ext uri="{FF2B5EF4-FFF2-40B4-BE49-F238E27FC236}">
                <a16:creationId xmlns:a16="http://schemas.microsoft.com/office/drawing/2014/main" id="{9D4EAC1D-1091-9DA9-209B-C237EBACA4BE}"/>
              </a:ext>
            </a:extLst>
          </p:cNvPr>
          <p:cNvPicPr>
            <a:picLocks noChangeAspect="1"/>
          </p:cNvPicPr>
          <p:nvPr userDrawn="1"/>
        </p:nvPicPr>
        <p:blipFill rotWithShape="1">
          <a:blip r:embed="rId3"/>
          <a:stretch/>
        </p:blipFill>
        <p:spPr bwMode="auto">
          <a:xfrm>
            <a:off x="16089" y="1338959"/>
            <a:ext cx="4988084" cy="5535975"/>
          </a:xfrm>
          <a:prstGeom prst="rect">
            <a:avLst/>
          </a:prstGeom>
        </p:spPr>
      </p:pic>
      <p:pic>
        <p:nvPicPr>
          <p:cNvPr id="3" name="Picture 5">
            <a:extLst>
              <a:ext uri="{FF2B5EF4-FFF2-40B4-BE49-F238E27FC236}">
                <a16:creationId xmlns:a16="http://schemas.microsoft.com/office/drawing/2014/main" id="{D4DDDCC4-73F5-7AD2-DC2E-3565DF9EF895}"/>
              </a:ext>
            </a:extLst>
          </p:cNvPr>
          <p:cNvPicPr>
            <a:picLocks noChangeAspect="1"/>
          </p:cNvPicPr>
          <p:nvPr userDrawn="1"/>
        </p:nvPicPr>
        <p:blipFill rotWithShape="1">
          <a:blip r:embed="rId4"/>
          <a:stretch/>
        </p:blipFill>
        <p:spPr bwMode="auto">
          <a:xfrm>
            <a:off x="5604933" y="5082815"/>
            <a:ext cx="6414882" cy="998459"/>
          </a:xfrm>
          <a:prstGeom prst="rect">
            <a:avLst/>
          </a:prstGeom>
        </p:spPr>
      </p:pic>
      <p:sp>
        <p:nvSpPr>
          <p:cNvPr id="1523521163" name="Date Placeholder 3"/>
          <p:cNvSpPr>
            <a:spLocks noGrp="1"/>
          </p:cNvSpPr>
          <p:nvPr>
            <p:ph type="dt" sz="half" idx="10"/>
          </p:nvPr>
        </p:nvSpPr>
        <p:spPr bwMode="auto">
          <a:xfrm>
            <a:off x="397933" y="6322121"/>
            <a:ext cx="2743200" cy="365125"/>
          </a:xfrm>
        </p:spPr>
        <p:txBody>
          <a:bodyPr/>
          <a:lstStyle>
            <a:lvl1pPr>
              <a:defRPr>
                <a:solidFill>
                  <a:schemeClr val="accent5">
                    <a:lumMod val="20000"/>
                    <a:lumOff val="80000"/>
                  </a:schemeClr>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dirty="0"/>
          </a:p>
        </p:txBody>
      </p:sp>
      <p:sp>
        <p:nvSpPr>
          <p:cNvPr id="1897354759" name="Footer Placeholder 4"/>
          <p:cNvSpPr>
            <a:spLocks noGrp="1"/>
          </p:cNvSpPr>
          <p:nvPr>
            <p:ph type="ftr" sz="quarter" idx="11"/>
          </p:nvPr>
        </p:nvSpPr>
        <p:spPr bwMode="auto">
          <a:xfrm>
            <a:off x="3443172" y="6322121"/>
            <a:ext cx="5322589" cy="365125"/>
          </a:xfrm>
        </p:spPr>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8178013" name="Slide Number Placeholder 5"/>
          <p:cNvSpPr>
            <a:spLocks noGrp="1"/>
          </p:cNvSpPr>
          <p:nvPr>
            <p:ph type="sldNum" sz="quarter" idx="12"/>
          </p:nvPr>
        </p:nvSpPr>
        <p:spPr bwMode="auto">
          <a:xfrm>
            <a:off x="9067800" y="6322121"/>
            <a:ext cx="2743200" cy="365125"/>
          </a:xfrm>
        </p:spPr>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
        <p:nvSpPr>
          <p:cNvPr id="1535385940" name="Title 1"/>
          <p:cNvSpPr>
            <a:spLocks noGrp="1"/>
          </p:cNvSpPr>
          <p:nvPr>
            <p:ph type="ctrTitle"/>
          </p:nvPr>
        </p:nvSpPr>
        <p:spPr bwMode="auto">
          <a:xfrm>
            <a:off x="3953932" y="1026222"/>
            <a:ext cx="7857067" cy="2387600"/>
          </a:xfrm>
        </p:spPr>
        <p:txBody>
          <a:bodyPr anchor="b"/>
          <a:lstStyle>
            <a:lvl1pPr algn="l">
              <a:defRPr sz="6000">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073950141" name="Subtitle 2"/>
          <p:cNvSpPr>
            <a:spLocks noGrp="1"/>
          </p:cNvSpPr>
          <p:nvPr>
            <p:ph type="subTitle" idx="1"/>
          </p:nvPr>
        </p:nvSpPr>
        <p:spPr bwMode="auto">
          <a:xfrm>
            <a:off x="3953932" y="3505897"/>
            <a:ext cx="7857067" cy="1340719"/>
          </a:xfrm>
        </p:spPr>
        <p:txBody>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dirty="0"/>
              <a:t>Click to edit Master subtitle style</a:t>
            </a:r>
            <a:endParaRPr dirty="0"/>
          </a:p>
        </p:txBody>
      </p:sp>
      <p:pic>
        <p:nvPicPr>
          <p:cNvPr id="25" name="Graphic 24">
            <a:extLst>
              <a:ext uri="{FF2B5EF4-FFF2-40B4-BE49-F238E27FC236}">
                <a16:creationId xmlns:a16="http://schemas.microsoft.com/office/drawing/2014/main" id="{58D12E69-47AE-A11F-D60E-5ADA03393EE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auto">
          <a:xfrm>
            <a:off x="4279114" y="5082815"/>
            <a:ext cx="1003334" cy="1003334"/>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itle" preserve="1" userDrawn="1">
  <p:cSld name="1_Title Slide">
    <p:spTree>
      <p:nvGrpSpPr>
        <p:cNvPr id="1" name=""/>
        <p:cNvGrpSpPr/>
        <p:nvPr/>
      </p:nvGrpSpPr>
      <p:grpSpPr bwMode="auto">
        <a:xfrm>
          <a:off x="0" y="0"/>
          <a:ext cx="0" cy="0"/>
          <a:chOff x="0" y="0"/>
          <a:chExt cx="0" cy="0"/>
        </a:xfrm>
      </p:grpSpPr>
      <p:pic>
        <p:nvPicPr>
          <p:cNvPr id="2031675765" name="Picture 2"/>
          <p:cNvPicPr>
            <a:picLocks noChangeAspect="1"/>
          </p:cNvPicPr>
          <p:nvPr userDrawn="1"/>
        </p:nvPicPr>
        <p:blipFill rotWithShape="1">
          <a:blip r:embed="rId2"/>
          <a:srcRect b="9941"/>
          <a:stretch/>
        </p:blipFill>
        <p:spPr bwMode="auto">
          <a:xfrm>
            <a:off x="0" y="0"/>
            <a:ext cx="12196670" cy="6877240"/>
          </a:xfrm>
          <a:prstGeom prst="rect">
            <a:avLst/>
          </a:prstGeom>
          <a:solidFill>
            <a:srgbClr val="CED2F7">
              <a:alpha val="99999"/>
            </a:srgbClr>
          </a:solidFill>
          <a:ln w="12700">
            <a:noFill/>
          </a:ln>
        </p:spPr>
      </p:pic>
      <p:sp>
        <p:nvSpPr>
          <p:cNvPr id="2027612839" name="Rectangle 1"/>
          <p:cNvSpPr/>
          <p:nvPr userDrawn="1"/>
        </p:nvSpPr>
        <p:spPr bwMode="auto">
          <a:xfrm>
            <a:off x="1" y="0"/>
            <a:ext cx="12192000" cy="6877240"/>
          </a:xfrm>
          <a:prstGeom prst="rect">
            <a:avLst/>
          </a:prstGeom>
          <a:solidFill>
            <a:schemeClr val="bg1">
              <a:alpha val="43000"/>
            </a:scheme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23521163" name="Date Placeholder 3"/>
          <p:cNvSpPr>
            <a:spLocks noGrp="1"/>
          </p:cNvSpPr>
          <p:nvPr>
            <p:ph type="dt" sz="half" idx="10"/>
          </p:nvPr>
        </p:nvSpPr>
        <p:spPr bwMode="auto">
          <a:xfrm>
            <a:off x="397933" y="6322121"/>
            <a:ext cx="2743200" cy="365125"/>
          </a:xfrm>
        </p:spPr>
        <p:txBody>
          <a:bodyPr/>
          <a:lstStyle>
            <a:lvl1pPr>
              <a:defRPr>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dirty="0"/>
          </a:p>
        </p:txBody>
      </p:sp>
      <p:sp>
        <p:nvSpPr>
          <p:cNvPr id="1897354759" name="Footer Placeholder 4"/>
          <p:cNvSpPr>
            <a:spLocks noGrp="1"/>
          </p:cNvSpPr>
          <p:nvPr>
            <p:ph type="ftr" sz="quarter" idx="11"/>
          </p:nvPr>
        </p:nvSpPr>
        <p:spPr bwMode="auto">
          <a:xfrm>
            <a:off x="3443172" y="6322121"/>
            <a:ext cx="5322589" cy="365125"/>
          </a:xfrm>
        </p:spPr>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8178013" name="Slide Number Placeholder 5"/>
          <p:cNvSpPr>
            <a:spLocks noGrp="1"/>
          </p:cNvSpPr>
          <p:nvPr>
            <p:ph type="sldNum" sz="quarter" idx="12"/>
          </p:nvPr>
        </p:nvSpPr>
        <p:spPr bwMode="auto">
          <a:xfrm>
            <a:off x="9067800" y="6322121"/>
            <a:ext cx="2743200" cy="365125"/>
          </a:xfrm>
        </p:spPr>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
        <p:nvSpPr>
          <p:cNvPr id="1535385940" name="Title 1"/>
          <p:cNvSpPr>
            <a:spLocks noGrp="1"/>
          </p:cNvSpPr>
          <p:nvPr>
            <p:ph type="ctrTitle"/>
          </p:nvPr>
        </p:nvSpPr>
        <p:spPr bwMode="auto">
          <a:xfrm>
            <a:off x="397934" y="1026222"/>
            <a:ext cx="11413066" cy="2387600"/>
          </a:xfrm>
        </p:spPr>
        <p:txBody>
          <a:bodyPr anchor="b"/>
          <a:lstStyle>
            <a:lvl1pPr algn="l">
              <a:defRPr sz="6000">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073950141" name="Subtitle 2"/>
          <p:cNvSpPr>
            <a:spLocks noGrp="1"/>
          </p:cNvSpPr>
          <p:nvPr>
            <p:ph type="subTitle" idx="1"/>
          </p:nvPr>
        </p:nvSpPr>
        <p:spPr bwMode="auto">
          <a:xfrm>
            <a:off x="397934" y="3505897"/>
            <a:ext cx="11413066" cy="1340719"/>
          </a:xfrm>
        </p:spPr>
        <p:txBody>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dirty="0"/>
              <a:t>Click to edit Master subtitle style</a:t>
            </a:r>
            <a:endParaRPr dirty="0"/>
          </a:p>
        </p:txBody>
      </p:sp>
    </p:spTree>
    <p:extLst>
      <p:ext uri="{BB962C8B-B14F-4D97-AF65-F5344CB8AC3E}">
        <p14:creationId xmlns:p14="http://schemas.microsoft.com/office/powerpoint/2010/main" val="8513051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75418002" name="Shape 1058"/>
          <p:cNvSpPr>
            <a:spLocks noGrp="1" noChangeArrowheads="1"/>
          </p:cNvSpPr>
          <p:nvPr userDrawn="1"/>
        </p:nvSpPr>
        <p:spPr bwMode="auto">
          <a:xfrm>
            <a:off x="1" y="-633"/>
            <a:ext cx="12191999" cy="6859265"/>
          </a:xfrm>
          <a:custGeom>
            <a:avLst/>
            <a:gdLst/>
            <a:ahLst/>
            <a:cxnLst/>
            <a:rect l="l" t="t" r="r" b="b"/>
            <a:pathLst>
              <a:path w="43200" h="43200" stroke="0" extrusionOk="0">
                <a:moveTo>
                  <a:pt x="0" y="0"/>
                </a:moveTo>
                <a:lnTo>
                  <a:pt x="43200" y="0"/>
                </a:lnTo>
                <a:lnTo>
                  <a:pt x="43200" y="43200"/>
                </a:lnTo>
                <a:lnTo>
                  <a:pt x="0" y="43200"/>
                </a:lnTo>
                <a:lnTo>
                  <a:pt x="0" y="0"/>
                </a:lnTo>
              </a:path>
            </a:pathLst>
          </a:custGeom>
          <a:gradFill>
            <a:gsLst>
              <a:gs pos="0">
                <a:srgbClr val="CED2F7">
                  <a:alpha val="99999"/>
                </a:srgbClr>
              </a:gs>
              <a:gs pos="73000">
                <a:srgbClr val="D2F1FC">
                  <a:alpha val="99999"/>
                </a:srgbClr>
              </a:gs>
            </a:gsLst>
            <a:lin ang="0" scaled="1"/>
          </a:gradFill>
          <a:ln w="9524">
            <a:solidFill>
              <a:srgbClr val="000000"/>
            </a:solidFill>
            <a:round/>
            <a:headEnd/>
            <a:tailEnd/>
          </a:ln>
        </p:spPr>
      </p:sp>
      <p:sp>
        <p:nvSpPr>
          <p:cNvPr id="3" name="Shape 1058">
            <a:extLst>
              <a:ext uri="{FF2B5EF4-FFF2-40B4-BE49-F238E27FC236}">
                <a16:creationId xmlns:a16="http://schemas.microsoft.com/office/drawing/2014/main" id="{4AE416F7-D999-6561-CAD3-DA8A8D204E4A}"/>
              </a:ext>
            </a:extLst>
          </p:cNvPr>
          <p:cNvSpPr>
            <a:spLocks noGrp="1" noChangeArrowheads="1"/>
          </p:cNvSpPr>
          <p:nvPr userDrawn="1"/>
        </p:nvSpPr>
        <p:spPr bwMode="auto">
          <a:xfrm>
            <a:off x="0" y="6310416"/>
            <a:ext cx="12191998" cy="548215"/>
          </a:xfrm>
          <a:custGeom>
            <a:avLst/>
            <a:gdLst/>
            <a:ahLst/>
            <a:cxnLst/>
            <a:rect l="l" t="t" r="r" b="b"/>
            <a:pathLst>
              <a:path w="43200" h="43200" stroke="0" extrusionOk="0">
                <a:moveTo>
                  <a:pt x="0" y="0"/>
                </a:moveTo>
                <a:lnTo>
                  <a:pt x="43200" y="0"/>
                </a:lnTo>
                <a:lnTo>
                  <a:pt x="43200" y="43200"/>
                </a:lnTo>
                <a:lnTo>
                  <a:pt x="0" y="43200"/>
                </a:lnTo>
                <a:lnTo>
                  <a:pt x="0" y="0"/>
                </a:lnTo>
              </a:path>
            </a:pathLst>
          </a:custGeom>
          <a:gradFill flip="none" rotWithShape="1">
            <a:gsLst>
              <a:gs pos="0">
                <a:srgbClr val="00143D"/>
              </a:gs>
              <a:gs pos="50000">
                <a:schemeClr val="tx2"/>
              </a:gs>
              <a:gs pos="84000">
                <a:schemeClr val="accent1">
                  <a:lumMod val="75000"/>
                </a:schemeClr>
              </a:gs>
              <a:gs pos="97000">
                <a:schemeClr val="accent1"/>
              </a:gs>
            </a:gsLst>
            <a:lin ang="10800000" scaled="1"/>
            <a:tileRect/>
          </a:gradFill>
          <a:ln w="9524">
            <a:solidFill>
              <a:srgbClr val="000000"/>
            </a:solidFill>
            <a:round/>
            <a:headEnd/>
            <a:tailEnd/>
          </a:ln>
        </p:spPr>
      </p:sp>
      <p:sp>
        <p:nvSpPr>
          <p:cNvPr id="188533499" name="Title 1"/>
          <p:cNvSpPr>
            <a:spLocks noGrp="1"/>
          </p:cNvSpPr>
          <p:nvPr>
            <p:ph type="title"/>
          </p:nvPr>
        </p:nvSpPr>
        <p:spPr bwMode="auto"/>
        <p:txBody>
          <a:bodyPr/>
          <a:lstStyle>
            <a:lvl1pPr>
              <a:defRPr>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488178359" name="Content Placeholder 2"/>
          <p:cNvSpPr>
            <a:spLocks noGrp="1"/>
          </p:cNvSpPr>
          <p:nvPr>
            <p:ph idx="1"/>
          </p:nvPr>
        </p:nvSpPr>
        <p:spPr bwMode="auto"/>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pic>
        <p:nvPicPr>
          <p:cNvPr id="2" name="Picture 865544255">
            <a:extLst>
              <a:ext uri="{FF2B5EF4-FFF2-40B4-BE49-F238E27FC236}">
                <a16:creationId xmlns:a16="http://schemas.microsoft.com/office/drawing/2014/main" id="{B0182FDE-0B0F-E81F-A5C1-9DC07953A5C4}"/>
              </a:ext>
            </a:extLst>
          </p:cNvPr>
          <p:cNvPicPr>
            <a:picLocks noChangeAspect="1"/>
          </p:cNvPicPr>
          <p:nvPr userDrawn="1"/>
        </p:nvPicPr>
        <p:blipFill rotWithShape="1">
          <a:blip r:embed="rId2"/>
          <a:stretch/>
        </p:blipFill>
        <p:spPr bwMode="auto">
          <a:xfrm>
            <a:off x="8321122" y="6310416"/>
            <a:ext cx="3514171" cy="547962"/>
          </a:xfrm>
          <a:prstGeom prst="rect">
            <a:avLst/>
          </a:prstGeom>
        </p:spPr>
      </p:pic>
      <p:sp>
        <p:nvSpPr>
          <p:cNvPr id="38" name="Date Placeholder 3">
            <a:extLst>
              <a:ext uri="{FF2B5EF4-FFF2-40B4-BE49-F238E27FC236}">
                <a16:creationId xmlns:a16="http://schemas.microsoft.com/office/drawing/2014/main" id="{DFF207D0-D091-51D9-1DCE-A38756526F63}"/>
              </a:ext>
            </a:extLst>
          </p:cNvPr>
          <p:cNvSpPr>
            <a:spLocks noGrp="1"/>
          </p:cNvSpPr>
          <p:nvPr>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39" name="Footer Placeholder 4">
            <a:extLst>
              <a:ext uri="{FF2B5EF4-FFF2-40B4-BE49-F238E27FC236}">
                <a16:creationId xmlns:a16="http://schemas.microsoft.com/office/drawing/2014/main" id="{C0768E9A-B3A2-4139-4209-976D8958F141}"/>
              </a:ext>
            </a:extLst>
          </p:cNvPr>
          <p:cNvSpPr>
            <a:spLocks noGrp="1"/>
          </p:cNvSpPr>
          <p:nvPr>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tx2"/>
                </a:solidFill>
                <a:latin typeface="Arial" panose="020B0604020202020204" pitchFamily="34" charset="0"/>
                <a:cs typeface="Arial" panose="020B0604020202020204" pitchFamily="34" charset="0"/>
              </a:defRPr>
            </a:lvl1pPr>
          </a:lstStyle>
          <a:p>
            <a:pPr>
              <a:defRPr/>
            </a:pPr>
            <a:endParaRPr lang="en-US" dirty="0"/>
          </a:p>
        </p:txBody>
      </p:sp>
      <p:sp>
        <p:nvSpPr>
          <p:cNvPr id="40" name="Slide Number Placeholder 5">
            <a:extLst>
              <a:ext uri="{FF2B5EF4-FFF2-40B4-BE49-F238E27FC236}">
                <a16:creationId xmlns:a16="http://schemas.microsoft.com/office/drawing/2014/main" id="{44CBDAA2-C064-1995-962A-E089D788EBCA}"/>
              </a:ext>
            </a:extLst>
          </p:cNvPr>
          <p:cNvSpPr>
            <a:spLocks noGrp="1"/>
          </p:cNvSpPr>
          <p:nvPr>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tx2"/>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1_Title and Content">
    <p:spTree>
      <p:nvGrpSpPr>
        <p:cNvPr id="1" name=""/>
        <p:cNvGrpSpPr/>
        <p:nvPr/>
      </p:nvGrpSpPr>
      <p:grpSpPr bwMode="auto">
        <a:xfrm>
          <a:off x="0" y="0"/>
          <a:ext cx="0" cy="0"/>
          <a:chOff x="0" y="0"/>
          <a:chExt cx="0" cy="0"/>
        </a:xfrm>
      </p:grpSpPr>
      <p:sp>
        <p:nvSpPr>
          <p:cNvPr id="75418002" name="Shape 1058"/>
          <p:cNvSpPr>
            <a:spLocks noGrp="1" noChangeArrowheads="1"/>
          </p:cNvSpPr>
          <p:nvPr userDrawn="1"/>
        </p:nvSpPr>
        <p:spPr bwMode="auto">
          <a:xfrm>
            <a:off x="1" y="-633"/>
            <a:ext cx="12191999" cy="6859265"/>
          </a:xfrm>
          <a:custGeom>
            <a:avLst/>
            <a:gdLst/>
            <a:ahLst/>
            <a:cxnLst/>
            <a:rect l="l" t="t" r="r" b="b"/>
            <a:pathLst>
              <a:path w="43200" h="43200" stroke="0" extrusionOk="0">
                <a:moveTo>
                  <a:pt x="0" y="0"/>
                </a:moveTo>
                <a:lnTo>
                  <a:pt x="43200" y="0"/>
                </a:lnTo>
                <a:lnTo>
                  <a:pt x="43200" y="43200"/>
                </a:lnTo>
                <a:lnTo>
                  <a:pt x="0" y="43200"/>
                </a:lnTo>
                <a:lnTo>
                  <a:pt x="0" y="0"/>
                </a:lnTo>
              </a:path>
            </a:pathLst>
          </a:custGeom>
          <a:gradFill>
            <a:gsLst>
              <a:gs pos="0">
                <a:srgbClr val="CED2F7">
                  <a:alpha val="99999"/>
                </a:srgbClr>
              </a:gs>
              <a:gs pos="73000">
                <a:srgbClr val="D2F1FC">
                  <a:alpha val="99999"/>
                </a:srgbClr>
              </a:gs>
            </a:gsLst>
            <a:lin ang="0" scaled="1"/>
          </a:gradFill>
          <a:ln w="9524">
            <a:solidFill>
              <a:srgbClr val="000000"/>
            </a:solidFill>
            <a:round/>
            <a:headEnd/>
            <a:tailEnd/>
          </a:ln>
        </p:spPr>
      </p:sp>
      <p:sp>
        <p:nvSpPr>
          <p:cNvPr id="188533499" name="Title 1"/>
          <p:cNvSpPr>
            <a:spLocks noGrp="1"/>
          </p:cNvSpPr>
          <p:nvPr>
            <p:ph type="title"/>
          </p:nvPr>
        </p:nvSpPr>
        <p:spPr bwMode="auto"/>
        <p:txBody>
          <a:bodyPr/>
          <a:lstStyle>
            <a:lvl1pPr>
              <a:defRPr>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488178359" name="Content Placeholder 2"/>
          <p:cNvSpPr>
            <a:spLocks noGrp="1"/>
          </p:cNvSpPr>
          <p:nvPr>
            <p:ph idx="1"/>
          </p:nvPr>
        </p:nvSpPr>
        <p:spPr bwMode="auto"/>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Shape 1058">
            <a:extLst>
              <a:ext uri="{FF2B5EF4-FFF2-40B4-BE49-F238E27FC236}">
                <a16:creationId xmlns:a16="http://schemas.microsoft.com/office/drawing/2014/main" id="{DC3E9957-29DB-923B-A76E-878E4278B540}"/>
              </a:ext>
            </a:extLst>
          </p:cNvPr>
          <p:cNvSpPr>
            <a:spLocks noGrp="1" noChangeArrowheads="1"/>
          </p:cNvSpPr>
          <p:nvPr userDrawn="1"/>
        </p:nvSpPr>
        <p:spPr bwMode="auto">
          <a:xfrm>
            <a:off x="0" y="6321992"/>
            <a:ext cx="12192000" cy="547584"/>
          </a:xfrm>
          <a:custGeom>
            <a:avLst/>
            <a:gdLst/>
            <a:ahLst/>
            <a:cxnLst/>
            <a:rect l="l" t="t" r="r" b="b"/>
            <a:pathLst>
              <a:path w="43200" h="43200" stroke="0" extrusionOk="0">
                <a:moveTo>
                  <a:pt x="0" y="0"/>
                </a:moveTo>
                <a:lnTo>
                  <a:pt x="43200" y="0"/>
                </a:lnTo>
                <a:lnTo>
                  <a:pt x="43200" y="43200"/>
                </a:lnTo>
                <a:lnTo>
                  <a:pt x="0" y="43200"/>
                </a:lnTo>
                <a:lnTo>
                  <a:pt x="0" y="0"/>
                </a:lnTo>
              </a:path>
            </a:pathLst>
          </a:custGeom>
          <a:gradFill flip="none" rotWithShape="1">
            <a:gsLst>
              <a:gs pos="0">
                <a:srgbClr val="00143D"/>
              </a:gs>
              <a:gs pos="15000">
                <a:schemeClr val="tx2"/>
              </a:gs>
              <a:gs pos="29000">
                <a:schemeClr val="accent1">
                  <a:lumMod val="75000"/>
                </a:schemeClr>
              </a:gs>
              <a:gs pos="100000">
                <a:schemeClr val="bg2"/>
              </a:gs>
              <a:gs pos="45000">
                <a:schemeClr val="accent1"/>
              </a:gs>
            </a:gsLst>
            <a:lin ang="0" scaled="1"/>
            <a:tileRect/>
          </a:gradFill>
          <a:ln w="9524">
            <a:solidFill>
              <a:srgbClr val="000000"/>
            </a:solidFill>
            <a:round/>
            <a:headEnd/>
            <a:tailEnd/>
          </a:ln>
        </p:spPr>
      </p:sp>
      <p:pic>
        <p:nvPicPr>
          <p:cNvPr id="7" name="Picture 8">
            <a:extLst>
              <a:ext uri="{FF2B5EF4-FFF2-40B4-BE49-F238E27FC236}">
                <a16:creationId xmlns:a16="http://schemas.microsoft.com/office/drawing/2014/main" id="{CA987814-67CC-8726-1234-2ACB536FAB6E}"/>
              </a:ext>
            </a:extLst>
          </p:cNvPr>
          <p:cNvPicPr>
            <a:picLocks noChangeAspect="1"/>
          </p:cNvPicPr>
          <p:nvPr userDrawn="1"/>
        </p:nvPicPr>
        <p:blipFill rotWithShape="1">
          <a:blip r:embed="rId2"/>
          <a:stretch/>
        </p:blipFill>
        <p:spPr bwMode="auto">
          <a:xfrm>
            <a:off x="8321122" y="6314609"/>
            <a:ext cx="3520540" cy="547963"/>
          </a:xfrm>
          <a:prstGeom prst="rect">
            <a:avLst/>
          </a:prstGeom>
        </p:spPr>
      </p:pic>
      <p:sp>
        <p:nvSpPr>
          <p:cNvPr id="48" name="Date Placeholder 3">
            <a:extLst>
              <a:ext uri="{FF2B5EF4-FFF2-40B4-BE49-F238E27FC236}">
                <a16:creationId xmlns:a16="http://schemas.microsoft.com/office/drawing/2014/main" id="{DF19E8CF-940A-7A37-76D1-ED4D31D2F8D0}"/>
              </a:ext>
            </a:extLst>
          </p:cNvPr>
          <p:cNvSpPr>
            <a:spLocks noGrp="1"/>
          </p:cNvSpPr>
          <p:nvPr>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49" name="Footer Placeholder 4">
            <a:extLst>
              <a:ext uri="{FF2B5EF4-FFF2-40B4-BE49-F238E27FC236}">
                <a16:creationId xmlns:a16="http://schemas.microsoft.com/office/drawing/2014/main" id="{7A2DF73A-9013-CAA4-FB0B-2AE63A0DD542}"/>
              </a:ext>
            </a:extLst>
          </p:cNvPr>
          <p:cNvSpPr>
            <a:spLocks noGrp="1"/>
          </p:cNvSpPr>
          <p:nvPr>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tx2"/>
                </a:solidFill>
                <a:latin typeface="Arial" panose="020B0604020202020204" pitchFamily="34" charset="0"/>
                <a:cs typeface="Arial" panose="020B0604020202020204" pitchFamily="34" charset="0"/>
              </a:defRPr>
            </a:lvl1pPr>
          </a:lstStyle>
          <a:p>
            <a:pPr>
              <a:defRPr/>
            </a:pPr>
            <a:endParaRPr lang="en-US" dirty="0"/>
          </a:p>
        </p:txBody>
      </p:sp>
      <p:sp>
        <p:nvSpPr>
          <p:cNvPr id="50" name="Slide Number Placeholder 5">
            <a:extLst>
              <a:ext uri="{FF2B5EF4-FFF2-40B4-BE49-F238E27FC236}">
                <a16:creationId xmlns:a16="http://schemas.microsoft.com/office/drawing/2014/main" id="{C8F3B9D7-C80A-0B45-401D-6882445B00DA}"/>
              </a:ext>
            </a:extLst>
          </p:cNvPr>
          <p:cNvSpPr>
            <a:spLocks noGrp="1"/>
          </p:cNvSpPr>
          <p:nvPr>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tx2"/>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extLst>
      <p:ext uri="{BB962C8B-B14F-4D97-AF65-F5344CB8AC3E}">
        <p14:creationId xmlns:p14="http://schemas.microsoft.com/office/powerpoint/2010/main" val="31275401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dark">
    <p:spTree>
      <p:nvGrpSpPr>
        <p:cNvPr id="1" name=""/>
        <p:cNvGrpSpPr/>
        <p:nvPr/>
      </p:nvGrpSpPr>
      <p:grpSpPr bwMode="auto">
        <a:xfrm>
          <a:off x="0" y="0"/>
          <a:ext cx="0" cy="0"/>
          <a:chOff x="0" y="0"/>
          <a:chExt cx="0" cy="0"/>
        </a:xfrm>
      </p:grpSpPr>
      <p:sp>
        <p:nvSpPr>
          <p:cNvPr id="1450617513" name="Shape 1058"/>
          <p:cNvSpPr>
            <a:spLocks noGrp="1" noChangeArrowheads="1"/>
          </p:cNvSpPr>
          <p:nvPr userDrawn="1"/>
        </p:nvSpPr>
        <p:spPr bwMode="auto">
          <a:xfrm>
            <a:off x="0" y="-632"/>
            <a:ext cx="12191998" cy="6859264"/>
          </a:xfrm>
          <a:custGeom>
            <a:avLst/>
            <a:gdLst/>
            <a:ahLst/>
            <a:cxnLst/>
            <a:rect l="l" t="t" r="r" b="b"/>
            <a:pathLst>
              <a:path w="43200" h="43200" stroke="0" extrusionOk="0">
                <a:moveTo>
                  <a:pt x="0" y="0"/>
                </a:moveTo>
                <a:lnTo>
                  <a:pt x="43200" y="0"/>
                </a:lnTo>
                <a:lnTo>
                  <a:pt x="43200" y="43200"/>
                </a:lnTo>
                <a:lnTo>
                  <a:pt x="0" y="43200"/>
                </a:lnTo>
                <a:lnTo>
                  <a:pt x="0" y="0"/>
                </a:lnTo>
              </a:path>
            </a:pathLst>
          </a:custGeom>
          <a:gradFill>
            <a:gsLst>
              <a:gs pos="0">
                <a:schemeClr val="tx1"/>
              </a:gs>
              <a:gs pos="37000">
                <a:srgbClr val="00143D"/>
              </a:gs>
              <a:gs pos="65000">
                <a:schemeClr val="tx2"/>
              </a:gs>
              <a:gs pos="82000">
                <a:schemeClr val="accent1">
                  <a:lumMod val="75000"/>
                </a:schemeClr>
              </a:gs>
              <a:gs pos="97000">
                <a:schemeClr val="accent1"/>
              </a:gs>
            </a:gsLst>
            <a:lin ang="15300000" scaled="1"/>
          </a:gradFill>
          <a:ln w="9524">
            <a:solidFill>
              <a:srgbClr val="000000"/>
            </a:solidFill>
            <a:round/>
            <a:headEnd/>
            <a:tailEnd/>
          </a:ln>
        </p:spPr>
      </p:sp>
      <p:sp>
        <p:nvSpPr>
          <p:cNvPr id="1203684221" name="Title 1"/>
          <p:cNvSpPr>
            <a:spLocks noGrp="1"/>
          </p:cNvSpPr>
          <p:nvPr>
            <p:ph type="title"/>
          </p:nvPr>
        </p:nvSpPr>
        <p:spPr bwMode="auto"/>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a:defRPr/>
            </a:pPr>
            <a:r>
              <a:rPr lang="en-US" dirty="0"/>
              <a:t>Click to edit Master title style</a:t>
            </a:r>
            <a:endParaRPr dirty="0"/>
          </a:p>
        </p:txBody>
      </p:sp>
      <p:sp>
        <p:nvSpPr>
          <p:cNvPr id="1066853040" name="Content Placeholder 2"/>
          <p:cNvSpPr>
            <a:spLocks noGrp="1"/>
          </p:cNvSpPr>
          <p:nvPr>
            <p:ph idx="1"/>
          </p:nvPr>
        </p:nvSpPr>
        <p:spPr bwMode="auto"/>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pic>
        <p:nvPicPr>
          <p:cNvPr id="41210420" name="Picture 865544255"/>
          <p:cNvPicPr>
            <a:picLocks noChangeAspect="1"/>
          </p:cNvPicPr>
          <p:nvPr/>
        </p:nvPicPr>
        <p:blipFill rotWithShape="1">
          <a:blip r:embed="rId2"/>
          <a:stretch/>
        </p:blipFill>
        <p:spPr bwMode="auto">
          <a:xfrm>
            <a:off x="8321122" y="6310416"/>
            <a:ext cx="3514171" cy="547962"/>
          </a:xfrm>
          <a:prstGeom prst="rect">
            <a:avLst/>
          </a:prstGeom>
        </p:spPr>
      </p:pic>
      <p:cxnSp>
        <p:nvCxnSpPr>
          <p:cNvPr id="2090432333" name="Straight Connector 2090432332"/>
          <p:cNvCxnSpPr/>
          <p:nvPr/>
        </p:nvCxnSpPr>
        <p:spPr bwMode="auto">
          <a:xfrm>
            <a:off x="0" y="6310416"/>
            <a:ext cx="12191998"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6" name="Date Placeholder 3">
            <a:extLst>
              <a:ext uri="{FF2B5EF4-FFF2-40B4-BE49-F238E27FC236}">
                <a16:creationId xmlns:a16="http://schemas.microsoft.com/office/drawing/2014/main" id="{4DB6D93D-6A8F-CC77-F949-6C6BA797548C}"/>
              </a:ext>
            </a:extLst>
          </p:cNvPr>
          <p:cNvSpPr>
            <a:spLocks noGrp="1"/>
          </p:cNvSpPr>
          <p:nvPr>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accent5">
                    <a:lumMod val="20000"/>
                    <a:lumOff val="80000"/>
                  </a:schemeClr>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37" name="Footer Placeholder 4">
            <a:extLst>
              <a:ext uri="{FF2B5EF4-FFF2-40B4-BE49-F238E27FC236}">
                <a16:creationId xmlns:a16="http://schemas.microsoft.com/office/drawing/2014/main" id="{E2C55B38-3E7E-964B-6BDF-E1AEFAC0E23D}"/>
              </a:ext>
            </a:extLst>
          </p:cNvPr>
          <p:cNvSpPr>
            <a:spLocks noGrp="1"/>
          </p:cNvSpPr>
          <p:nvPr>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accent5">
                    <a:lumMod val="20000"/>
                    <a:lumOff val="80000"/>
                  </a:schemeClr>
                </a:solidFill>
                <a:latin typeface="Arial" panose="020B0604020202020204" pitchFamily="34" charset="0"/>
                <a:cs typeface="Arial" panose="020B0604020202020204" pitchFamily="34" charset="0"/>
              </a:defRPr>
            </a:lvl1pPr>
          </a:lstStyle>
          <a:p>
            <a:pPr>
              <a:defRPr/>
            </a:pPr>
            <a:endParaRPr lang="en-US" dirty="0">
              <a:solidFill>
                <a:schemeClr val="accent5">
                  <a:lumMod val="20000"/>
                  <a:lumOff val="80000"/>
                </a:schemeClr>
              </a:solidFill>
            </a:endParaRPr>
          </a:p>
        </p:txBody>
      </p:sp>
      <p:sp>
        <p:nvSpPr>
          <p:cNvPr id="38" name="Slide Number Placeholder 5">
            <a:extLst>
              <a:ext uri="{FF2B5EF4-FFF2-40B4-BE49-F238E27FC236}">
                <a16:creationId xmlns:a16="http://schemas.microsoft.com/office/drawing/2014/main" id="{AFB125E7-AFAB-4A17-5D42-0BFF11131430}"/>
              </a:ext>
            </a:extLst>
          </p:cNvPr>
          <p:cNvSpPr>
            <a:spLocks noGrp="1"/>
          </p:cNvSpPr>
          <p:nvPr>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accent5">
                    <a:lumMod val="20000"/>
                    <a:lumOff val="80000"/>
                  </a:schemeClr>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white">
    <p:bg>
      <p:bgPr>
        <a:solidFill>
          <a:schemeClr val="bg1"/>
        </a:solidFill>
        <a:effectLst/>
      </p:bgPr>
    </p:bg>
    <p:spTree>
      <p:nvGrpSpPr>
        <p:cNvPr id="1" name=""/>
        <p:cNvGrpSpPr/>
        <p:nvPr/>
      </p:nvGrpSpPr>
      <p:grpSpPr bwMode="auto">
        <a:xfrm>
          <a:off x="0" y="0"/>
          <a:ext cx="0" cy="0"/>
          <a:chOff x="0" y="0"/>
          <a:chExt cx="0" cy="0"/>
        </a:xfrm>
      </p:grpSpPr>
      <p:sp>
        <p:nvSpPr>
          <p:cNvPr id="6" name="Shape 1058">
            <a:extLst>
              <a:ext uri="{FF2B5EF4-FFF2-40B4-BE49-F238E27FC236}">
                <a16:creationId xmlns:a16="http://schemas.microsoft.com/office/drawing/2014/main" id="{F45D3935-F7AB-9F12-99F2-3D7E0F2AC7F8}"/>
              </a:ext>
            </a:extLst>
          </p:cNvPr>
          <p:cNvSpPr>
            <a:spLocks noGrp="1" noChangeArrowheads="1"/>
          </p:cNvSpPr>
          <p:nvPr userDrawn="1"/>
        </p:nvSpPr>
        <p:spPr bwMode="auto">
          <a:xfrm>
            <a:off x="0" y="6310416"/>
            <a:ext cx="12191998" cy="548215"/>
          </a:xfrm>
          <a:custGeom>
            <a:avLst/>
            <a:gdLst/>
            <a:ahLst/>
            <a:cxnLst/>
            <a:rect l="l" t="t" r="r" b="b"/>
            <a:pathLst>
              <a:path w="43200" h="43200" stroke="0" extrusionOk="0">
                <a:moveTo>
                  <a:pt x="0" y="0"/>
                </a:moveTo>
                <a:lnTo>
                  <a:pt x="43200" y="0"/>
                </a:lnTo>
                <a:lnTo>
                  <a:pt x="43200" y="43200"/>
                </a:lnTo>
                <a:lnTo>
                  <a:pt x="0" y="43200"/>
                </a:lnTo>
                <a:lnTo>
                  <a:pt x="0" y="0"/>
                </a:lnTo>
              </a:path>
            </a:pathLst>
          </a:custGeom>
          <a:gradFill flip="none" rotWithShape="1">
            <a:gsLst>
              <a:gs pos="0">
                <a:srgbClr val="00143D"/>
              </a:gs>
              <a:gs pos="50000">
                <a:schemeClr val="tx2"/>
              </a:gs>
              <a:gs pos="84000">
                <a:schemeClr val="accent1">
                  <a:lumMod val="75000"/>
                </a:schemeClr>
              </a:gs>
              <a:gs pos="97000">
                <a:schemeClr val="accent1"/>
              </a:gs>
            </a:gsLst>
            <a:lin ang="10800000" scaled="1"/>
            <a:tileRect/>
          </a:gradFill>
          <a:ln w="9524">
            <a:solidFill>
              <a:srgbClr val="000000"/>
            </a:solidFill>
            <a:round/>
            <a:headEnd/>
            <a:tailEnd/>
          </a:ln>
        </p:spPr>
      </p:sp>
      <p:sp>
        <p:nvSpPr>
          <p:cNvPr id="14331407" name="Title 1"/>
          <p:cNvSpPr>
            <a:spLocks noGrp="1"/>
          </p:cNvSpPr>
          <p:nvPr>
            <p:ph type="title"/>
          </p:nvPr>
        </p:nvSpPr>
        <p:spPr bwMode="auto"/>
        <p:txBody>
          <a:bodyPr/>
          <a:lstStyle>
            <a:lvl1pPr>
              <a:defRPr>
                <a:latin typeface="Arial" panose="020B0604020202020204" pitchFamily="34" charset="0"/>
                <a:cs typeface="Arial" panose="020B0604020202020204" pitchFamily="34" charset="0"/>
              </a:defRPr>
            </a:lvl1pPr>
          </a:lstStyle>
          <a:p>
            <a:pPr>
              <a:defRPr/>
            </a:pPr>
            <a:r>
              <a:rPr lang="en-US"/>
              <a:t>Click to edit Master title style</a:t>
            </a:r>
            <a:endParaRPr/>
          </a:p>
        </p:txBody>
      </p:sp>
      <p:sp>
        <p:nvSpPr>
          <p:cNvPr id="286848714" name="Content Placeholder 2"/>
          <p:cNvSpPr>
            <a:spLocks noGrp="1"/>
          </p:cNvSpPr>
          <p:nvPr>
            <p:ph idx="1"/>
          </p:nvPr>
        </p:nvSpPr>
        <p:spPr bwMode="auto"/>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pic>
        <p:nvPicPr>
          <p:cNvPr id="5" name="Picture 865544255">
            <a:extLst>
              <a:ext uri="{FF2B5EF4-FFF2-40B4-BE49-F238E27FC236}">
                <a16:creationId xmlns:a16="http://schemas.microsoft.com/office/drawing/2014/main" id="{B6EBADDC-9C8E-7DB9-8F89-ACADA549308A}"/>
              </a:ext>
            </a:extLst>
          </p:cNvPr>
          <p:cNvPicPr>
            <a:picLocks noChangeAspect="1"/>
          </p:cNvPicPr>
          <p:nvPr userDrawn="1"/>
        </p:nvPicPr>
        <p:blipFill rotWithShape="1">
          <a:blip r:embed="rId2"/>
          <a:stretch/>
        </p:blipFill>
        <p:spPr bwMode="auto">
          <a:xfrm>
            <a:off x="8321122" y="6310416"/>
            <a:ext cx="3514171" cy="547962"/>
          </a:xfrm>
          <a:prstGeom prst="rect">
            <a:avLst/>
          </a:prstGeom>
        </p:spPr>
      </p:pic>
      <p:sp>
        <p:nvSpPr>
          <p:cNvPr id="41" name="Date Placeholder 3">
            <a:extLst>
              <a:ext uri="{FF2B5EF4-FFF2-40B4-BE49-F238E27FC236}">
                <a16:creationId xmlns:a16="http://schemas.microsoft.com/office/drawing/2014/main" id="{26F1B983-1491-D864-D4BE-2A06CD540DE6}"/>
              </a:ext>
            </a:extLst>
          </p:cNvPr>
          <p:cNvSpPr>
            <a:spLocks noGrp="1"/>
          </p:cNvSpPr>
          <p:nvPr>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42" name="Footer Placeholder 4">
            <a:extLst>
              <a:ext uri="{FF2B5EF4-FFF2-40B4-BE49-F238E27FC236}">
                <a16:creationId xmlns:a16="http://schemas.microsoft.com/office/drawing/2014/main" id="{13ADAFD3-492C-E5D8-DB56-0E594EA84541}"/>
              </a:ext>
            </a:extLst>
          </p:cNvPr>
          <p:cNvSpPr>
            <a:spLocks noGrp="1"/>
          </p:cNvSpPr>
          <p:nvPr>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tx2"/>
                </a:solidFill>
                <a:latin typeface="Arial" panose="020B0604020202020204" pitchFamily="34" charset="0"/>
                <a:cs typeface="Arial" panose="020B0604020202020204" pitchFamily="34" charset="0"/>
              </a:defRPr>
            </a:lvl1pPr>
          </a:lstStyle>
          <a:p>
            <a:pPr>
              <a:defRPr/>
            </a:pPr>
            <a:endParaRPr lang="en-US" dirty="0"/>
          </a:p>
        </p:txBody>
      </p:sp>
      <p:sp>
        <p:nvSpPr>
          <p:cNvPr id="43" name="Slide Number Placeholder 5">
            <a:extLst>
              <a:ext uri="{FF2B5EF4-FFF2-40B4-BE49-F238E27FC236}">
                <a16:creationId xmlns:a16="http://schemas.microsoft.com/office/drawing/2014/main" id="{DA936A59-A952-2171-6469-F8A8E61D1BDD}"/>
              </a:ext>
            </a:extLst>
          </p:cNvPr>
          <p:cNvSpPr>
            <a:spLocks noGrp="1"/>
          </p:cNvSpPr>
          <p:nvPr>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tx2"/>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obj" preserve="1" userDrawn="1">
  <p:cSld name="1_Title and Content white">
    <p:bg>
      <p:bgPr>
        <a:solidFill>
          <a:schemeClr val="bg1"/>
        </a:solidFill>
        <a:effectLst/>
      </p:bgPr>
    </p:bg>
    <p:spTree>
      <p:nvGrpSpPr>
        <p:cNvPr id="1" name=""/>
        <p:cNvGrpSpPr/>
        <p:nvPr/>
      </p:nvGrpSpPr>
      <p:grpSpPr bwMode="auto">
        <a:xfrm>
          <a:off x="0" y="0"/>
          <a:ext cx="0" cy="0"/>
          <a:chOff x="0" y="0"/>
          <a:chExt cx="0" cy="0"/>
        </a:xfrm>
      </p:grpSpPr>
      <p:sp>
        <p:nvSpPr>
          <p:cNvPr id="6" name="Shape 1058">
            <a:extLst>
              <a:ext uri="{FF2B5EF4-FFF2-40B4-BE49-F238E27FC236}">
                <a16:creationId xmlns:a16="http://schemas.microsoft.com/office/drawing/2014/main" id="{F45D3935-F7AB-9F12-99F2-3D7E0F2AC7F8}"/>
              </a:ext>
            </a:extLst>
          </p:cNvPr>
          <p:cNvSpPr>
            <a:spLocks noGrp="1" noChangeArrowheads="1"/>
          </p:cNvSpPr>
          <p:nvPr userDrawn="1"/>
        </p:nvSpPr>
        <p:spPr bwMode="auto">
          <a:xfrm>
            <a:off x="0" y="6310417"/>
            <a:ext cx="12192000" cy="547584"/>
          </a:xfrm>
          <a:custGeom>
            <a:avLst/>
            <a:gdLst/>
            <a:ahLst/>
            <a:cxnLst/>
            <a:rect l="l" t="t" r="r" b="b"/>
            <a:pathLst>
              <a:path w="43200" h="43200" stroke="0" extrusionOk="0">
                <a:moveTo>
                  <a:pt x="0" y="0"/>
                </a:moveTo>
                <a:lnTo>
                  <a:pt x="43200" y="0"/>
                </a:lnTo>
                <a:lnTo>
                  <a:pt x="43200" y="43200"/>
                </a:lnTo>
                <a:lnTo>
                  <a:pt x="0" y="43200"/>
                </a:lnTo>
                <a:lnTo>
                  <a:pt x="0" y="0"/>
                </a:lnTo>
              </a:path>
            </a:pathLst>
          </a:custGeom>
          <a:gradFill flip="none" rotWithShape="1">
            <a:gsLst>
              <a:gs pos="0">
                <a:srgbClr val="00143D"/>
              </a:gs>
              <a:gs pos="21000">
                <a:schemeClr val="tx2"/>
              </a:gs>
              <a:gs pos="37000">
                <a:schemeClr val="accent1">
                  <a:lumMod val="75000"/>
                </a:schemeClr>
              </a:gs>
              <a:gs pos="100000">
                <a:schemeClr val="bg2"/>
              </a:gs>
              <a:gs pos="52000">
                <a:schemeClr val="accent1"/>
              </a:gs>
            </a:gsLst>
            <a:lin ang="0" scaled="1"/>
            <a:tileRect/>
          </a:gradFill>
          <a:ln w="9524">
            <a:solidFill>
              <a:srgbClr val="000000"/>
            </a:solidFill>
            <a:round/>
            <a:headEnd/>
            <a:tailEnd/>
          </a:ln>
        </p:spPr>
      </p:sp>
      <p:sp>
        <p:nvSpPr>
          <p:cNvPr id="14331407" name="Title 1"/>
          <p:cNvSpPr>
            <a:spLocks noGrp="1"/>
          </p:cNvSpPr>
          <p:nvPr>
            <p:ph type="title"/>
          </p:nvPr>
        </p:nvSpPr>
        <p:spPr bwMode="auto"/>
        <p:txBody>
          <a:bodyPr/>
          <a:lstStyle>
            <a:lvl1pPr>
              <a:defRPr>
                <a:latin typeface="Arial" panose="020B0604020202020204" pitchFamily="34" charset="0"/>
                <a:cs typeface="Arial" panose="020B0604020202020204" pitchFamily="34" charset="0"/>
              </a:defRPr>
            </a:lvl1pPr>
          </a:lstStyle>
          <a:p>
            <a:pPr>
              <a:defRPr/>
            </a:pPr>
            <a:r>
              <a:rPr lang="en-US"/>
              <a:t>Click to edit Master title style</a:t>
            </a:r>
            <a:endParaRPr/>
          </a:p>
        </p:txBody>
      </p:sp>
      <p:sp>
        <p:nvSpPr>
          <p:cNvPr id="286848714" name="Content Placeholder 2"/>
          <p:cNvSpPr>
            <a:spLocks noGrp="1"/>
          </p:cNvSpPr>
          <p:nvPr>
            <p:ph idx="1"/>
          </p:nvPr>
        </p:nvSpPr>
        <p:spPr bwMode="auto"/>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pic>
        <p:nvPicPr>
          <p:cNvPr id="2" name="Picture 8">
            <a:extLst>
              <a:ext uri="{FF2B5EF4-FFF2-40B4-BE49-F238E27FC236}">
                <a16:creationId xmlns:a16="http://schemas.microsoft.com/office/drawing/2014/main" id="{7634B119-A211-925F-F76F-ED76FDD94DDB}"/>
              </a:ext>
            </a:extLst>
          </p:cNvPr>
          <p:cNvPicPr>
            <a:picLocks noChangeAspect="1"/>
          </p:cNvPicPr>
          <p:nvPr userDrawn="1"/>
        </p:nvPicPr>
        <p:blipFill rotWithShape="1">
          <a:blip r:embed="rId2"/>
          <a:stretch/>
        </p:blipFill>
        <p:spPr bwMode="auto">
          <a:xfrm>
            <a:off x="8321122" y="6314609"/>
            <a:ext cx="3520540" cy="547963"/>
          </a:xfrm>
          <a:prstGeom prst="rect">
            <a:avLst/>
          </a:prstGeom>
        </p:spPr>
      </p:pic>
      <p:sp>
        <p:nvSpPr>
          <p:cNvPr id="41" name="Date Placeholder 3">
            <a:extLst>
              <a:ext uri="{FF2B5EF4-FFF2-40B4-BE49-F238E27FC236}">
                <a16:creationId xmlns:a16="http://schemas.microsoft.com/office/drawing/2014/main" id="{03A410D7-9D40-5CFC-4439-A16211C83BC3}"/>
              </a:ext>
            </a:extLst>
          </p:cNvPr>
          <p:cNvSpPr>
            <a:spLocks noGrp="1"/>
          </p:cNvSpPr>
          <p:nvPr>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42" name="Footer Placeholder 4">
            <a:extLst>
              <a:ext uri="{FF2B5EF4-FFF2-40B4-BE49-F238E27FC236}">
                <a16:creationId xmlns:a16="http://schemas.microsoft.com/office/drawing/2014/main" id="{BC4B89A7-8F40-46A5-09E3-884363D82738}"/>
              </a:ext>
            </a:extLst>
          </p:cNvPr>
          <p:cNvSpPr>
            <a:spLocks noGrp="1"/>
          </p:cNvSpPr>
          <p:nvPr>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tx2"/>
                </a:solidFill>
                <a:latin typeface="Arial" panose="020B0604020202020204" pitchFamily="34" charset="0"/>
                <a:cs typeface="Arial" panose="020B0604020202020204" pitchFamily="34" charset="0"/>
              </a:defRPr>
            </a:lvl1pPr>
          </a:lstStyle>
          <a:p>
            <a:pPr>
              <a:defRPr/>
            </a:pPr>
            <a:endParaRPr lang="en-US" dirty="0"/>
          </a:p>
        </p:txBody>
      </p:sp>
      <p:sp>
        <p:nvSpPr>
          <p:cNvPr id="43" name="Slide Number Placeholder 5">
            <a:extLst>
              <a:ext uri="{FF2B5EF4-FFF2-40B4-BE49-F238E27FC236}">
                <a16:creationId xmlns:a16="http://schemas.microsoft.com/office/drawing/2014/main" id="{459399A7-7436-9352-2EB6-9F01A94F0CFF}"/>
              </a:ext>
            </a:extLst>
          </p:cNvPr>
          <p:cNvSpPr>
            <a:spLocks noGrp="1"/>
          </p:cNvSpPr>
          <p:nvPr>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tx2"/>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extLst>
      <p:ext uri="{BB962C8B-B14F-4D97-AF65-F5344CB8AC3E}">
        <p14:creationId xmlns:p14="http://schemas.microsoft.com/office/powerpoint/2010/main" val="26780210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48542376" name="Title 1"/>
          <p:cNvSpPr>
            <a:spLocks noGrp="1"/>
          </p:cNvSpPr>
          <p:nvPr>
            <p:ph type="title"/>
          </p:nvPr>
        </p:nvSpPr>
        <p:spPr bwMode="auto">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134239919"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85639482" name="Title 1"/>
          <p:cNvSpPr>
            <a:spLocks noGrp="1"/>
          </p:cNvSpPr>
          <p:nvPr>
            <p:ph type="title"/>
          </p:nvPr>
        </p:nvSpPr>
        <p:spPr bwMode="auto"/>
        <p:txBody>
          <a:bodyPr/>
          <a:lstStyle>
            <a:lvl1pPr>
              <a:defRPr>
                <a:latin typeface="Arial" panose="020B0604020202020204" pitchFamily="34" charset="0"/>
                <a:cs typeface="Arial" panose="020B0604020202020204" pitchFamily="34" charset="0"/>
              </a:defRPr>
            </a:lvl1pPr>
          </a:lstStyle>
          <a:p>
            <a:pPr>
              <a:defRPr/>
            </a:pPr>
            <a:r>
              <a:rPr lang="en-US"/>
              <a:t>Click to edit Master title style</a:t>
            </a:r>
            <a:endParaRPr/>
          </a:p>
        </p:txBody>
      </p:sp>
      <p:sp>
        <p:nvSpPr>
          <p:cNvPr id="1072131146" name="Content Placeholder 2"/>
          <p:cNvSpPr>
            <a:spLocks noGrp="1"/>
          </p:cNvSpPr>
          <p:nvPr>
            <p:ph sz="half" idx="1"/>
          </p:nvPr>
        </p:nvSpPr>
        <p:spPr bwMode="auto">
          <a:xfrm>
            <a:off x="838200" y="1825625"/>
            <a:ext cx="5181600" cy="4092446"/>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81092167" name="Content Placeholder 3"/>
          <p:cNvSpPr>
            <a:spLocks noGrp="1"/>
          </p:cNvSpPr>
          <p:nvPr>
            <p:ph sz="half" idx="2"/>
          </p:nvPr>
        </p:nvSpPr>
        <p:spPr bwMode="auto">
          <a:xfrm>
            <a:off x="6172200" y="1825625"/>
            <a:ext cx="5181600" cy="4092446"/>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92106353" name="Date Placeholder 4"/>
          <p:cNvSpPr>
            <a:spLocks noGrp="1"/>
          </p:cNvSpPr>
          <p:nvPr>
            <p:ph type="dt" sz="half" idx="10"/>
          </p:nvPr>
        </p:nvSpPr>
        <p:spPr bwMode="auto"/>
        <p:txBody>
          <a:bodyPr/>
          <a:lstStyle>
            <a:lvl1pPr>
              <a:defRPr>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latin typeface="Arial" panose="020B0604020202020204" pitchFamily="34" charset="0"/>
            </a:endParaRPr>
          </a:p>
        </p:txBody>
      </p:sp>
      <p:sp>
        <p:nvSpPr>
          <p:cNvPr id="255889023" name="Footer Placeholder 5"/>
          <p:cNvSpPr>
            <a:spLocks noGrp="1"/>
          </p:cNvSpPr>
          <p:nvPr>
            <p:ph type="ftr" sz="quarter" idx="11"/>
          </p:nvPr>
        </p:nvSpPr>
        <p:spPr bwMode="auto"/>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52996689" name="Slide Number Placeholder 6"/>
          <p:cNvSpPr>
            <a:spLocks noGrp="1"/>
          </p:cNvSpPr>
          <p:nvPr>
            <p:ph type="sldNum" sz="quarter" idx="12"/>
          </p:nvPr>
        </p:nvSpPr>
        <p:spPr bwMode="auto"/>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509509503" name="Title 1"/>
          <p:cNvSpPr>
            <a:spLocks noGrp="1"/>
          </p:cNvSpPr>
          <p:nvPr>
            <p:ph type="title"/>
          </p:nvPr>
        </p:nvSpPr>
        <p:spPr bwMode="auto">
          <a:xfrm>
            <a:off x="839788" y="365125"/>
            <a:ext cx="10515600" cy="1325563"/>
          </a:xfrm>
        </p:spPr>
        <p:txBody>
          <a:bodyPr/>
          <a:lstStyle>
            <a:lvl1pPr>
              <a:defRPr>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473536721" name="Text Placeholder 2"/>
          <p:cNvSpPr>
            <a:spLocks noGrp="1"/>
          </p:cNvSpPr>
          <p:nvPr>
            <p:ph type="body" idx="1"/>
          </p:nvPr>
        </p:nvSpPr>
        <p:spPr bwMode="auto">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979194210" name="Content Placeholder 3"/>
          <p:cNvSpPr>
            <a:spLocks noGrp="1"/>
          </p:cNvSpPr>
          <p:nvPr>
            <p:ph sz="half" idx="2"/>
          </p:nvPr>
        </p:nvSpPr>
        <p:spPr bwMode="auto">
          <a:xfrm>
            <a:off x="839788" y="2505074"/>
            <a:ext cx="5157787" cy="341299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23695818" name="Text Placeholder 4"/>
          <p:cNvSpPr>
            <a:spLocks noGrp="1"/>
          </p:cNvSpPr>
          <p:nvPr>
            <p:ph type="body" sz="quarter" idx="3"/>
          </p:nvPr>
        </p:nvSpPr>
        <p:spPr bwMode="auto">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073359903" name="Content Placeholder 5"/>
          <p:cNvSpPr>
            <a:spLocks noGrp="1"/>
          </p:cNvSpPr>
          <p:nvPr>
            <p:ph sz="quarter" idx="4"/>
          </p:nvPr>
        </p:nvSpPr>
        <p:spPr bwMode="auto">
          <a:xfrm>
            <a:off x="6172200" y="2505074"/>
            <a:ext cx="5183188" cy="341299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43793155" name="Date Placeholder 6"/>
          <p:cNvSpPr>
            <a:spLocks noGrp="1"/>
          </p:cNvSpPr>
          <p:nvPr>
            <p:ph type="dt" sz="half" idx="10"/>
          </p:nvPr>
        </p:nvSpPr>
        <p:spPr bwMode="auto"/>
        <p:txBody>
          <a:bodyPr/>
          <a:lstStyle>
            <a:lvl1pPr>
              <a:defRPr>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latin typeface="Arial" panose="020B0604020202020204" pitchFamily="34" charset="0"/>
            </a:endParaRPr>
          </a:p>
        </p:txBody>
      </p:sp>
      <p:sp>
        <p:nvSpPr>
          <p:cNvPr id="1919624550" name="Footer Placeholder 7"/>
          <p:cNvSpPr>
            <a:spLocks noGrp="1"/>
          </p:cNvSpPr>
          <p:nvPr>
            <p:ph type="ftr" sz="quarter" idx="11"/>
          </p:nvPr>
        </p:nvSpPr>
        <p:spPr bwMode="auto"/>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765624147" name="Slide Number Placeholder 8"/>
          <p:cNvSpPr>
            <a:spLocks noGrp="1"/>
          </p:cNvSpPr>
          <p:nvPr>
            <p:ph type="sldNum" sz="quarter" idx="12"/>
          </p:nvPr>
        </p:nvSpPr>
        <p:spPr bwMode="auto"/>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17084101" name="Title 1"/>
          <p:cNvSpPr>
            <a:spLocks noGrp="1"/>
          </p:cNvSpPr>
          <p:nvPr>
            <p:ph type="title"/>
          </p:nvPr>
        </p:nvSpPr>
        <p:spPr bwMode="auto"/>
        <p:txBody>
          <a:bodyPr/>
          <a:lstStyle/>
          <a:p>
            <a:pPr>
              <a:defRPr/>
            </a:pPr>
            <a:r>
              <a:rPr lang="en-US" dirty="0"/>
              <a:t>Click to edit Master title style</a:t>
            </a:r>
            <a:endParaRPr dirty="0"/>
          </a:p>
        </p:txBody>
      </p:sp>
      <p:sp>
        <p:nvSpPr>
          <p:cNvPr id="39" name="Date Placeholder 3">
            <a:extLst>
              <a:ext uri="{FF2B5EF4-FFF2-40B4-BE49-F238E27FC236}">
                <a16:creationId xmlns:a16="http://schemas.microsoft.com/office/drawing/2014/main" id="{9D810A64-F785-5DBA-F358-1B7FB1C618DC}"/>
              </a:ext>
            </a:extLst>
          </p:cNvPr>
          <p:cNvSpPr>
            <a:spLocks noGrp="1"/>
          </p:cNvSpPr>
          <p:nvPr>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40" name="Footer Placeholder 4">
            <a:extLst>
              <a:ext uri="{FF2B5EF4-FFF2-40B4-BE49-F238E27FC236}">
                <a16:creationId xmlns:a16="http://schemas.microsoft.com/office/drawing/2014/main" id="{47848B36-BA4C-6312-0BF7-A453264CB34B}"/>
              </a:ext>
            </a:extLst>
          </p:cNvPr>
          <p:cNvSpPr>
            <a:spLocks noGrp="1"/>
          </p:cNvSpPr>
          <p:nvPr>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tx2"/>
                </a:solidFill>
                <a:latin typeface="Arial" panose="020B0604020202020204" pitchFamily="34" charset="0"/>
                <a:cs typeface="Arial" panose="020B0604020202020204" pitchFamily="34" charset="0"/>
              </a:defRPr>
            </a:lvl1pPr>
          </a:lstStyle>
          <a:p>
            <a:pPr>
              <a:defRPr/>
            </a:pPr>
            <a:endParaRPr lang="en-US" dirty="0"/>
          </a:p>
        </p:txBody>
      </p:sp>
      <p:sp>
        <p:nvSpPr>
          <p:cNvPr id="41" name="Slide Number Placeholder 5">
            <a:extLst>
              <a:ext uri="{FF2B5EF4-FFF2-40B4-BE49-F238E27FC236}">
                <a16:creationId xmlns:a16="http://schemas.microsoft.com/office/drawing/2014/main" id="{C85CEDB5-2391-143E-A193-91138207D220}"/>
              </a:ext>
            </a:extLst>
          </p:cNvPr>
          <p:cNvSpPr>
            <a:spLocks noGrp="1"/>
          </p:cNvSpPr>
          <p:nvPr>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tx2"/>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811922113" name="Date Placeholder 1"/>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543556578" name="Footer Placeholder 2"/>
          <p:cNvSpPr>
            <a:spLocks noGrp="1"/>
          </p:cNvSpPr>
          <p:nvPr>
            <p:ph type="ftr" sz="quarter" idx="11"/>
          </p:nvPr>
        </p:nvSpPr>
        <p:spPr bwMode="auto"/>
        <p:txBody>
          <a:bodyPr/>
          <a:lstStyle/>
          <a:p>
            <a:pPr>
              <a:defRPr/>
            </a:pPr>
            <a:endParaRPr lang="en-US"/>
          </a:p>
        </p:txBody>
      </p:sp>
      <p:sp>
        <p:nvSpPr>
          <p:cNvPr id="93279633"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89442929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040235418"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557156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928047569"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59670217" name="Footer Placeholder 5"/>
          <p:cNvSpPr>
            <a:spLocks noGrp="1"/>
          </p:cNvSpPr>
          <p:nvPr>
            <p:ph type="ftr" sz="quarter" idx="11"/>
          </p:nvPr>
        </p:nvSpPr>
        <p:spPr bwMode="auto"/>
        <p:txBody>
          <a:bodyPr/>
          <a:lstStyle/>
          <a:p>
            <a:pPr>
              <a:defRPr/>
            </a:pPr>
            <a:endParaRPr lang="en-US"/>
          </a:p>
        </p:txBody>
      </p:sp>
      <p:sp>
        <p:nvSpPr>
          <p:cNvPr id="96925778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83911049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38763581"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a:p>
        </p:txBody>
      </p:sp>
      <p:sp>
        <p:nvSpPr>
          <p:cNvPr id="197881482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67097171"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66683109" name="Footer Placeholder 5"/>
          <p:cNvSpPr>
            <a:spLocks noGrp="1"/>
          </p:cNvSpPr>
          <p:nvPr>
            <p:ph type="ftr" sz="quarter" idx="11"/>
          </p:nvPr>
        </p:nvSpPr>
        <p:spPr bwMode="auto"/>
        <p:txBody>
          <a:bodyPr/>
          <a:lstStyle/>
          <a:p>
            <a:pPr>
              <a:defRPr/>
            </a:pPr>
            <a:endParaRPr lang="en-US"/>
          </a:p>
        </p:txBody>
      </p:sp>
      <p:sp>
        <p:nvSpPr>
          <p:cNvPr id="18601854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showMasterPhAnim="0" type="title" preserve="1" userDrawn="1">
  <p:cSld name="2_Title Slide">
    <p:spTree>
      <p:nvGrpSpPr>
        <p:cNvPr id="1" name=""/>
        <p:cNvGrpSpPr/>
        <p:nvPr/>
      </p:nvGrpSpPr>
      <p:grpSpPr bwMode="auto">
        <a:xfrm>
          <a:off x="0" y="0"/>
          <a:ext cx="0" cy="0"/>
          <a:chOff x="0" y="0"/>
          <a:chExt cx="0" cy="0"/>
        </a:xfrm>
      </p:grpSpPr>
      <p:pic>
        <p:nvPicPr>
          <p:cNvPr id="2" name="Image 5">
            <a:extLst>
              <a:ext uri="{FF2B5EF4-FFF2-40B4-BE49-F238E27FC236}">
                <a16:creationId xmlns:a16="http://schemas.microsoft.com/office/drawing/2014/main" id="{E2ACCC3F-A9FB-7686-E7A2-AA6CF67F13BF}"/>
              </a:ext>
            </a:extLst>
          </p:cNvPr>
          <p:cNvPicPr>
            <a:picLocks noChangeAspect="1"/>
          </p:cNvPicPr>
          <p:nvPr userDrawn="1"/>
        </p:nvPicPr>
        <p:blipFill rotWithShape="1">
          <a:blip r:embed="rId2"/>
          <a:srcRect l="18786" t="2971" b="39496"/>
          <a:stretch/>
        </p:blipFill>
        <p:spPr>
          <a:xfrm>
            <a:off x="480000" y="1441246"/>
            <a:ext cx="11712000" cy="5010497"/>
          </a:xfrm>
          <a:prstGeom prst="rect">
            <a:avLst/>
          </a:prstGeom>
        </p:spPr>
      </p:pic>
      <p:sp>
        <p:nvSpPr>
          <p:cNvPr id="14" name="Rectangle 13">
            <a:extLst>
              <a:ext uri="{FF2B5EF4-FFF2-40B4-BE49-F238E27FC236}">
                <a16:creationId xmlns:a16="http://schemas.microsoft.com/office/drawing/2014/main" id="{F02DC871-0FFB-1C4A-E4B1-9E5C0EDBC690}"/>
              </a:ext>
            </a:extLst>
          </p:cNvPr>
          <p:cNvSpPr/>
          <p:nvPr userDrawn="1"/>
        </p:nvSpPr>
        <p:spPr>
          <a:xfrm>
            <a:off x="480000" y="1441246"/>
            <a:ext cx="11712000" cy="5010496"/>
          </a:xfrm>
          <a:prstGeom prst="rect">
            <a:avLst/>
          </a:prstGeom>
          <a:solidFill>
            <a:schemeClr val="tx2">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3" name="Image 4">
            <a:extLst>
              <a:ext uri="{FF2B5EF4-FFF2-40B4-BE49-F238E27FC236}">
                <a16:creationId xmlns:a16="http://schemas.microsoft.com/office/drawing/2014/main" id="{4418E33A-8E63-A11A-5BA5-EA1F7FBA77F2}"/>
              </a:ext>
            </a:extLst>
          </p:cNvPr>
          <p:cNvPicPr>
            <a:picLocks noChangeAspect="1"/>
          </p:cNvPicPr>
          <p:nvPr userDrawn="1"/>
        </p:nvPicPr>
        <p:blipFill>
          <a:blip r:embed="rId3"/>
          <a:stretch>
            <a:fillRect/>
          </a:stretch>
        </p:blipFill>
        <p:spPr bwMode="gray">
          <a:xfrm>
            <a:off x="480000" y="406258"/>
            <a:ext cx="856811" cy="776285"/>
          </a:xfrm>
          <a:prstGeom prst="rect">
            <a:avLst/>
          </a:prstGeom>
        </p:spPr>
      </p:pic>
      <p:pic>
        <p:nvPicPr>
          <p:cNvPr id="6" name="Image 15">
            <a:extLst>
              <a:ext uri="{FF2B5EF4-FFF2-40B4-BE49-F238E27FC236}">
                <a16:creationId xmlns:a16="http://schemas.microsoft.com/office/drawing/2014/main" id="{4E7F74AB-5178-E97A-CC13-8A9B6C45F19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9771" y="404650"/>
            <a:ext cx="677568" cy="668613"/>
          </a:xfrm>
          <a:prstGeom prst="rect">
            <a:avLst/>
          </a:prstGeom>
        </p:spPr>
      </p:pic>
      <p:pic>
        <p:nvPicPr>
          <p:cNvPr id="8" name="Picture 7" descr="A red square with white text&#10;&#10;AI-generated content may be incorrect.">
            <a:extLst>
              <a:ext uri="{FF2B5EF4-FFF2-40B4-BE49-F238E27FC236}">
                <a16:creationId xmlns:a16="http://schemas.microsoft.com/office/drawing/2014/main" id="{7C9D4838-C673-4FC3-3556-0260BE52FDE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159165" y="170754"/>
            <a:ext cx="1112923" cy="1112923"/>
          </a:xfrm>
          <a:prstGeom prst="rect">
            <a:avLst/>
          </a:prstGeom>
        </p:spPr>
      </p:pic>
      <p:sp>
        <p:nvSpPr>
          <p:cNvPr id="1523521163" name="Date Placeholder 3"/>
          <p:cNvSpPr>
            <a:spLocks noGrp="1"/>
          </p:cNvSpPr>
          <p:nvPr>
            <p:ph type="dt" sz="half" idx="10"/>
          </p:nvPr>
        </p:nvSpPr>
        <p:spPr bwMode="auto">
          <a:xfrm>
            <a:off x="397933" y="6454600"/>
            <a:ext cx="2743200" cy="365125"/>
          </a:xfrm>
        </p:spPr>
        <p:txBody>
          <a:bodyPr/>
          <a:lstStyle>
            <a:lvl1pPr>
              <a:defRPr>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dirty="0"/>
          </a:p>
        </p:txBody>
      </p:sp>
      <p:sp>
        <p:nvSpPr>
          <p:cNvPr id="1897354759" name="Footer Placeholder 4"/>
          <p:cNvSpPr>
            <a:spLocks noGrp="1"/>
          </p:cNvSpPr>
          <p:nvPr>
            <p:ph type="ftr" sz="quarter" idx="11"/>
          </p:nvPr>
        </p:nvSpPr>
        <p:spPr bwMode="auto">
          <a:xfrm>
            <a:off x="3443172" y="6454600"/>
            <a:ext cx="5322589" cy="365125"/>
          </a:xfrm>
        </p:spPr>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8178013" name="Slide Number Placeholder 5"/>
          <p:cNvSpPr>
            <a:spLocks noGrp="1"/>
          </p:cNvSpPr>
          <p:nvPr>
            <p:ph type="sldNum" sz="quarter" idx="12"/>
          </p:nvPr>
        </p:nvSpPr>
        <p:spPr bwMode="auto">
          <a:xfrm>
            <a:off x="9067800" y="6454600"/>
            <a:ext cx="2743200" cy="365125"/>
          </a:xfrm>
        </p:spPr>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
        <p:nvSpPr>
          <p:cNvPr id="1535385940" name="Title 1"/>
          <p:cNvSpPr>
            <a:spLocks noGrp="1"/>
          </p:cNvSpPr>
          <p:nvPr>
            <p:ph type="ctrTitle"/>
          </p:nvPr>
        </p:nvSpPr>
        <p:spPr bwMode="auto">
          <a:xfrm>
            <a:off x="1696915" y="1692948"/>
            <a:ext cx="10114084" cy="2387600"/>
          </a:xfrm>
        </p:spPr>
        <p:txBody>
          <a:bodyPr anchor="b"/>
          <a:lstStyle>
            <a:lvl1pPr algn="l">
              <a:defRPr sz="6000">
                <a:solidFill>
                  <a:schemeClr val="bg1"/>
                </a:solidFill>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073950141" name="Subtitle 2"/>
          <p:cNvSpPr>
            <a:spLocks noGrp="1"/>
          </p:cNvSpPr>
          <p:nvPr>
            <p:ph type="subTitle" idx="1"/>
          </p:nvPr>
        </p:nvSpPr>
        <p:spPr bwMode="auto">
          <a:xfrm>
            <a:off x="1696915" y="4210728"/>
            <a:ext cx="10114084" cy="1340719"/>
          </a:xfrm>
        </p:spPr>
        <p:txBody>
          <a:bodyPr/>
          <a:lstStyle>
            <a:lvl1pPr marL="0" indent="0" algn="l">
              <a:buNone/>
              <a:defRPr sz="24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dirty="0"/>
              <a:t>Click to edit Master subtitle style</a:t>
            </a:r>
            <a:endParaRPr dirty="0"/>
          </a:p>
        </p:txBody>
      </p:sp>
      <p:pic>
        <p:nvPicPr>
          <p:cNvPr id="9" name="Image 16">
            <a:extLst>
              <a:ext uri="{FF2B5EF4-FFF2-40B4-BE49-F238E27FC236}">
                <a16:creationId xmlns:a16="http://schemas.microsoft.com/office/drawing/2014/main" id="{A685CA0F-CBB6-58E6-C3AC-9E12084201D4}"/>
              </a:ext>
            </a:extLst>
          </p:cNvPr>
          <p:cNvPicPr>
            <a:picLocks noChangeAspect="1"/>
          </p:cNvPicPr>
          <p:nvPr userDrawn="1"/>
        </p:nvPicPr>
        <p:blipFill>
          <a:blip r:embed="rId6"/>
          <a:stretch>
            <a:fillRect/>
          </a:stretch>
        </p:blipFill>
        <p:spPr>
          <a:xfrm>
            <a:off x="9372600" y="5735439"/>
            <a:ext cx="1448789" cy="446084"/>
          </a:xfrm>
          <a:prstGeom prst="rect">
            <a:avLst/>
          </a:prstGeom>
        </p:spPr>
      </p:pic>
      <p:pic>
        <p:nvPicPr>
          <p:cNvPr id="13" name="Picture 12" descr="A logo with blue and red text&#10;&#10;AI-generated content may be incorrect.">
            <a:extLst>
              <a:ext uri="{FF2B5EF4-FFF2-40B4-BE49-F238E27FC236}">
                <a16:creationId xmlns:a16="http://schemas.microsoft.com/office/drawing/2014/main" id="{AE9F98F1-3BBE-8075-BE7C-F586D89BD16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528911" y="263834"/>
            <a:ext cx="1914261" cy="1061131"/>
          </a:xfrm>
          <a:prstGeom prst="rect">
            <a:avLst/>
          </a:prstGeom>
        </p:spPr>
      </p:pic>
    </p:spTree>
    <p:extLst>
      <p:ext uri="{BB962C8B-B14F-4D97-AF65-F5344CB8AC3E}">
        <p14:creationId xmlns:p14="http://schemas.microsoft.com/office/powerpoint/2010/main" val="54220050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showMasterPhAnim="0" type="title" preserve="1" userDrawn="1">
  <p:cSld name="3_Title Slide">
    <p:spTree>
      <p:nvGrpSpPr>
        <p:cNvPr id="1" name=""/>
        <p:cNvGrpSpPr/>
        <p:nvPr/>
      </p:nvGrpSpPr>
      <p:grpSpPr bwMode="auto">
        <a:xfrm>
          <a:off x="0" y="0"/>
          <a:ext cx="0" cy="0"/>
          <a:chOff x="0" y="0"/>
          <a:chExt cx="0" cy="0"/>
        </a:xfrm>
      </p:grpSpPr>
      <p:pic>
        <p:nvPicPr>
          <p:cNvPr id="2" name="Image 5">
            <a:extLst>
              <a:ext uri="{FF2B5EF4-FFF2-40B4-BE49-F238E27FC236}">
                <a16:creationId xmlns:a16="http://schemas.microsoft.com/office/drawing/2014/main" id="{E2ACCC3F-A9FB-7686-E7A2-AA6CF67F13BF}"/>
              </a:ext>
            </a:extLst>
          </p:cNvPr>
          <p:cNvPicPr>
            <a:picLocks noChangeAspect="1"/>
          </p:cNvPicPr>
          <p:nvPr userDrawn="1"/>
        </p:nvPicPr>
        <p:blipFill rotWithShape="1">
          <a:blip r:embed="rId2"/>
          <a:srcRect l="18786" t="2971" b="39496"/>
          <a:stretch/>
        </p:blipFill>
        <p:spPr>
          <a:xfrm>
            <a:off x="480000" y="1441246"/>
            <a:ext cx="11712000" cy="5010497"/>
          </a:xfrm>
          <a:prstGeom prst="rect">
            <a:avLst/>
          </a:prstGeom>
        </p:spPr>
      </p:pic>
      <p:pic>
        <p:nvPicPr>
          <p:cNvPr id="3" name="Image 4">
            <a:extLst>
              <a:ext uri="{FF2B5EF4-FFF2-40B4-BE49-F238E27FC236}">
                <a16:creationId xmlns:a16="http://schemas.microsoft.com/office/drawing/2014/main" id="{4418E33A-8E63-A11A-5BA5-EA1F7FBA77F2}"/>
              </a:ext>
            </a:extLst>
          </p:cNvPr>
          <p:cNvPicPr>
            <a:picLocks noChangeAspect="1"/>
          </p:cNvPicPr>
          <p:nvPr userDrawn="1"/>
        </p:nvPicPr>
        <p:blipFill>
          <a:blip r:embed="rId3"/>
          <a:stretch>
            <a:fillRect/>
          </a:stretch>
        </p:blipFill>
        <p:spPr bwMode="gray">
          <a:xfrm>
            <a:off x="480000" y="406258"/>
            <a:ext cx="856811" cy="776285"/>
          </a:xfrm>
          <a:prstGeom prst="rect">
            <a:avLst/>
          </a:prstGeom>
        </p:spPr>
      </p:pic>
      <p:pic>
        <p:nvPicPr>
          <p:cNvPr id="6" name="Image 15">
            <a:extLst>
              <a:ext uri="{FF2B5EF4-FFF2-40B4-BE49-F238E27FC236}">
                <a16:creationId xmlns:a16="http://schemas.microsoft.com/office/drawing/2014/main" id="{4E7F74AB-5178-E97A-CC13-8A9B6C45F19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9771" y="404650"/>
            <a:ext cx="677568" cy="668613"/>
          </a:xfrm>
          <a:prstGeom prst="rect">
            <a:avLst/>
          </a:prstGeom>
        </p:spPr>
      </p:pic>
      <p:pic>
        <p:nvPicPr>
          <p:cNvPr id="8" name="Picture 7" descr="A red square with white text&#10;&#10;AI-generated content may be incorrect.">
            <a:extLst>
              <a:ext uri="{FF2B5EF4-FFF2-40B4-BE49-F238E27FC236}">
                <a16:creationId xmlns:a16="http://schemas.microsoft.com/office/drawing/2014/main" id="{7C9D4838-C673-4FC3-3556-0260BE52FDE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159165" y="170754"/>
            <a:ext cx="1112923" cy="1112923"/>
          </a:xfrm>
          <a:prstGeom prst="rect">
            <a:avLst/>
          </a:prstGeom>
        </p:spPr>
      </p:pic>
      <p:sp>
        <p:nvSpPr>
          <p:cNvPr id="1523521163" name="Date Placeholder 3"/>
          <p:cNvSpPr>
            <a:spLocks noGrp="1"/>
          </p:cNvSpPr>
          <p:nvPr>
            <p:ph type="dt" sz="half" idx="10"/>
          </p:nvPr>
        </p:nvSpPr>
        <p:spPr bwMode="auto">
          <a:xfrm>
            <a:off x="397933" y="6454600"/>
            <a:ext cx="2743200" cy="365125"/>
          </a:xfrm>
        </p:spPr>
        <p:txBody>
          <a:bodyPr/>
          <a:lstStyle>
            <a:lvl1pPr>
              <a:defRPr>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dirty="0"/>
          </a:p>
        </p:txBody>
      </p:sp>
      <p:sp>
        <p:nvSpPr>
          <p:cNvPr id="1897354759" name="Footer Placeholder 4"/>
          <p:cNvSpPr>
            <a:spLocks noGrp="1"/>
          </p:cNvSpPr>
          <p:nvPr>
            <p:ph type="ftr" sz="quarter" idx="11"/>
          </p:nvPr>
        </p:nvSpPr>
        <p:spPr bwMode="auto">
          <a:xfrm>
            <a:off x="3443172" y="6454600"/>
            <a:ext cx="5322589" cy="365125"/>
          </a:xfrm>
        </p:spPr>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8178013" name="Slide Number Placeholder 5"/>
          <p:cNvSpPr>
            <a:spLocks noGrp="1"/>
          </p:cNvSpPr>
          <p:nvPr>
            <p:ph type="sldNum" sz="quarter" idx="12"/>
          </p:nvPr>
        </p:nvSpPr>
        <p:spPr bwMode="auto">
          <a:xfrm>
            <a:off x="9067800" y="6454600"/>
            <a:ext cx="2743200" cy="365125"/>
          </a:xfrm>
        </p:spPr>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
        <p:nvSpPr>
          <p:cNvPr id="1535385940" name="Title 1"/>
          <p:cNvSpPr>
            <a:spLocks noGrp="1"/>
          </p:cNvSpPr>
          <p:nvPr>
            <p:ph type="ctrTitle"/>
          </p:nvPr>
        </p:nvSpPr>
        <p:spPr bwMode="auto">
          <a:xfrm>
            <a:off x="1696915" y="1692948"/>
            <a:ext cx="7977553" cy="2387600"/>
          </a:xfrm>
        </p:spPr>
        <p:txBody>
          <a:bodyPr anchor="b"/>
          <a:lstStyle>
            <a:lvl1pPr algn="l">
              <a:defRPr sz="6000">
                <a:solidFill>
                  <a:schemeClr val="tx2"/>
                </a:solidFill>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073950141" name="Subtitle 2"/>
          <p:cNvSpPr>
            <a:spLocks noGrp="1"/>
          </p:cNvSpPr>
          <p:nvPr>
            <p:ph type="subTitle" idx="1"/>
          </p:nvPr>
        </p:nvSpPr>
        <p:spPr bwMode="auto">
          <a:xfrm>
            <a:off x="1696915" y="4210728"/>
            <a:ext cx="7977553" cy="1340719"/>
          </a:xfrm>
        </p:spPr>
        <p:txBody>
          <a:bodyPr/>
          <a:lstStyle>
            <a:lvl1pPr marL="0" indent="0" algn="l">
              <a:buNone/>
              <a:defRPr sz="240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dirty="0"/>
              <a:t>Click to edit Master subtitle style</a:t>
            </a:r>
            <a:endParaRPr dirty="0"/>
          </a:p>
        </p:txBody>
      </p:sp>
      <p:pic>
        <p:nvPicPr>
          <p:cNvPr id="9" name="Image 16">
            <a:extLst>
              <a:ext uri="{FF2B5EF4-FFF2-40B4-BE49-F238E27FC236}">
                <a16:creationId xmlns:a16="http://schemas.microsoft.com/office/drawing/2014/main" id="{A685CA0F-CBB6-58E6-C3AC-9E12084201D4}"/>
              </a:ext>
            </a:extLst>
          </p:cNvPr>
          <p:cNvPicPr>
            <a:picLocks noChangeAspect="1"/>
          </p:cNvPicPr>
          <p:nvPr userDrawn="1"/>
        </p:nvPicPr>
        <p:blipFill>
          <a:blip r:embed="rId6"/>
          <a:stretch>
            <a:fillRect/>
          </a:stretch>
        </p:blipFill>
        <p:spPr>
          <a:xfrm>
            <a:off x="9372600" y="5735439"/>
            <a:ext cx="1448789" cy="446084"/>
          </a:xfrm>
          <a:prstGeom prst="rect">
            <a:avLst/>
          </a:prstGeom>
        </p:spPr>
      </p:pic>
      <p:pic>
        <p:nvPicPr>
          <p:cNvPr id="13" name="Picture 12" descr="A logo with blue and red text&#10;&#10;AI-generated content may be incorrect.">
            <a:extLst>
              <a:ext uri="{FF2B5EF4-FFF2-40B4-BE49-F238E27FC236}">
                <a16:creationId xmlns:a16="http://schemas.microsoft.com/office/drawing/2014/main" id="{AE9F98F1-3BBE-8075-BE7C-F586D89BD16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528911" y="263834"/>
            <a:ext cx="1914261" cy="1061131"/>
          </a:xfrm>
          <a:prstGeom prst="rect">
            <a:avLst/>
          </a:prstGeom>
        </p:spPr>
      </p:pic>
    </p:spTree>
    <p:extLst>
      <p:ext uri="{BB962C8B-B14F-4D97-AF65-F5344CB8AC3E}">
        <p14:creationId xmlns:p14="http://schemas.microsoft.com/office/powerpoint/2010/main" val="401481774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showMasterPhAnim="0" type="title" preserve="1" userDrawn="1">
  <p:cSld name="4_Title Slide">
    <p:spTree>
      <p:nvGrpSpPr>
        <p:cNvPr id="1" name=""/>
        <p:cNvGrpSpPr/>
        <p:nvPr/>
      </p:nvGrpSpPr>
      <p:grpSpPr bwMode="auto">
        <a:xfrm>
          <a:off x="0" y="0"/>
          <a:ext cx="0" cy="0"/>
          <a:chOff x="0" y="0"/>
          <a:chExt cx="0" cy="0"/>
        </a:xfrm>
      </p:grpSpPr>
      <p:pic>
        <p:nvPicPr>
          <p:cNvPr id="4" name="Image 19">
            <a:extLst>
              <a:ext uri="{FF2B5EF4-FFF2-40B4-BE49-F238E27FC236}">
                <a16:creationId xmlns:a16="http://schemas.microsoft.com/office/drawing/2014/main" id="{99EEE3ED-C7D3-A054-2DE7-DE4808762D81}"/>
              </a:ext>
            </a:extLst>
          </p:cNvPr>
          <p:cNvPicPr>
            <a:picLocks noChangeAspect="1"/>
          </p:cNvPicPr>
          <p:nvPr userDrawn="1"/>
        </p:nvPicPr>
        <p:blipFill rotWithShape="1">
          <a:blip r:embed="rId2"/>
          <a:srcRect l="3376" t="26000" b="5550"/>
          <a:stretch/>
        </p:blipFill>
        <p:spPr>
          <a:xfrm rot="10800000">
            <a:off x="480000" y="1441246"/>
            <a:ext cx="11712000" cy="5010497"/>
          </a:xfrm>
          <a:prstGeom prst="rect">
            <a:avLst/>
          </a:prstGeom>
        </p:spPr>
      </p:pic>
      <p:sp>
        <p:nvSpPr>
          <p:cNvPr id="5" name="Rectangle 4">
            <a:extLst>
              <a:ext uri="{FF2B5EF4-FFF2-40B4-BE49-F238E27FC236}">
                <a16:creationId xmlns:a16="http://schemas.microsoft.com/office/drawing/2014/main" id="{0E96F796-AFCB-A967-853F-5350BB557166}"/>
              </a:ext>
            </a:extLst>
          </p:cNvPr>
          <p:cNvSpPr/>
          <p:nvPr userDrawn="1"/>
        </p:nvSpPr>
        <p:spPr>
          <a:xfrm>
            <a:off x="480000" y="1438389"/>
            <a:ext cx="11712000" cy="5013354"/>
          </a:xfrm>
          <a:prstGeom prst="rect">
            <a:avLst/>
          </a:prstGeom>
          <a:gradFill>
            <a:gsLst>
              <a:gs pos="0">
                <a:srgbClr val="00143D">
                  <a:alpha val="49786"/>
                </a:srgbClr>
              </a:gs>
              <a:gs pos="21000">
                <a:schemeClr val="tx2">
                  <a:alpha val="49823"/>
                </a:schemeClr>
              </a:gs>
              <a:gs pos="49000">
                <a:schemeClr val="accent1">
                  <a:lumMod val="75000"/>
                  <a:alpha val="40058"/>
                </a:schemeClr>
              </a:gs>
              <a:gs pos="100000">
                <a:schemeClr val="accent1">
                  <a:alpha val="24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3" name="Image 4">
            <a:extLst>
              <a:ext uri="{FF2B5EF4-FFF2-40B4-BE49-F238E27FC236}">
                <a16:creationId xmlns:a16="http://schemas.microsoft.com/office/drawing/2014/main" id="{4418E33A-8E63-A11A-5BA5-EA1F7FBA77F2}"/>
              </a:ext>
            </a:extLst>
          </p:cNvPr>
          <p:cNvPicPr>
            <a:picLocks noChangeAspect="1"/>
          </p:cNvPicPr>
          <p:nvPr userDrawn="1"/>
        </p:nvPicPr>
        <p:blipFill>
          <a:blip r:embed="rId3"/>
          <a:stretch>
            <a:fillRect/>
          </a:stretch>
        </p:blipFill>
        <p:spPr bwMode="gray">
          <a:xfrm>
            <a:off x="480000" y="406258"/>
            <a:ext cx="856811" cy="776285"/>
          </a:xfrm>
          <a:prstGeom prst="rect">
            <a:avLst/>
          </a:prstGeom>
        </p:spPr>
      </p:pic>
      <p:pic>
        <p:nvPicPr>
          <p:cNvPr id="6" name="Image 15">
            <a:extLst>
              <a:ext uri="{FF2B5EF4-FFF2-40B4-BE49-F238E27FC236}">
                <a16:creationId xmlns:a16="http://schemas.microsoft.com/office/drawing/2014/main" id="{4E7F74AB-5178-E97A-CC13-8A9B6C45F19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9771" y="404650"/>
            <a:ext cx="677568" cy="668613"/>
          </a:xfrm>
          <a:prstGeom prst="rect">
            <a:avLst/>
          </a:prstGeom>
        </p:spPr>
      </p:pic>
      <p:pic>
        <p:nvPicPr>
          <p:cNvPr id="8" name="Picture 7" descr="A red square with white text&#10;&#10;AI-generated content may be incorrect.">
            <a:extLst>
              <a:ext uri="{FF2B5EF4-FFF2-40B4-BE49-F238E27FC236}">
                <a16:creationId xmlns:a16="http://schemas.microsoft.com/office/drawing/2014/main" id="{7C9D4838-C673-4FC3-3556-0260BE52FDE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159165" y="170754"/>
            <a:ext cx="1112923" cy="1112923"/>
          </a:xfrm>
          <a:prstGeom prst="rect">
            <a:avLst/>
          </a:prstGeom>
        </p:spPr>
      </p:pic>
      <p:sp>
        <p:nvSpPr>
          <p:cNvPr id="1523521163" name="Date Placeholder 3"/>
          <p:cNvSpPr>
            <a:spLocks noGrp="1"/>
          </p:cNvSpPr>
          <p:nvPr>
            <p:ph type="dt" sz="half" idx="10"/>
          </p:nvPr>
        </p:nvSpPr>
        <p:spPr bwMode="auto">
          <a:xfrm>
            <a:off x="397933" y="6454600"/>
            <a:ext cx="2743200" cy="365125"/>
          </a:xfrm>
        </p:spPr>
        <p:txBody>
          <a:bodyPr/>
          <a:lstStyle>
            <a:lvl1pPr>
              <a:defRPr>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dirty="0"/>
          </a:p>
        </p:txBody>
      </p:sp>
      <p:sp>
        <p:nvSpPr>
          <p:cNvPr id="1897354759" name="Footer Placeholder 4"/>
          <p:cNvSpPr>
            <a:spLocks noGrp="1"/>
          </p:cNvSpPr>
          <p:nvPr>
            <p:ph type="ftr" sz="quarter" idx="11"/>
          </p:nvPr>
        </p:nvSpPr>
        <p:spPr bwMode="auto">
          <a:xfrm>
            <a:off x="3443172" y="6454600"/>
            <a:ext cx="5322589" cy="365125"/>
          </a:xfrm>
        </p:spPr>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8178013" name="Slide Number Placeholder 5"/>
          <p:cNvSpPr>
            <a:spLocks noGrp="1"/>
          </p:cNvSpPr>
          <p:nvPr>
            <p:ph type="sldNum" sz="quarter" idx="12"/>
          </p:nvPr>
        </p:nvSpPr>
        <p:spPr bwMode="auto">
          <a:xfrm>
            <a:off x="9067800" y="6454600"/>
            <a:ext cx="2743200" cy="365125"/>
          </a:xfrm>
        </p:spPr>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
        <p:nvSpPr>
          <p:cNvPr id="1535385940" name="Title 1"/>
          <p:cNvSpPr>
            <a:spLocks noGrp="1"/>
          </p:cNvSpPr>
          <p:nvPr>
            <p:ph type="ctrTitle"/>
          </p:nvPr>
        </p:nvSpPr>
        <p:spPr bwMode="auto">
          <a:xfrm>
            <a:off x="4246685" y="2061578"/>
            <a:ext cx="7388468" cy="2387600"/>
          </a:xfrm>
        </p:spPr>
        <p:txBody>
          <a:bodyPr anchor="b"/>
          <a:lstStyle>
            <a:lvl1pPr algn="l">
              <a:defRPr sz="6000">
                <a:solidFill>
                  <a:schemeClr val="bg1"/>
                </a:solidFill>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073950141" name="Subtitle 2"/>
          <p:cNvSpPr>
            <a:spLocks noGrp="1"/>
          </p:cNvSpPr>
          <p:nvPr>
            <p:ph type="subTitle" idx="1"/>
          </p:nvPr>
        </p:nvSpPr>
        <p:spPr bwMode="auto">
          <a:xfrm>
            <a:off x="4246683" y="4579358"/>
            <a:ext cx="7388469" cy="1340719"/>
          </a:xfrm>
        </p:spPr>
        <p:txBody>
          <a:bodyPr/>
          <a:lstStyle>
            <a:lvl1pPr marL="0" indent="0" algn="l">
              <a:buNone/>
              <a:defRPr sz="24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dirty="0"/>
              <a:t>Click to edit Master subtitle style</a:t>
            </a:r>
            <a:endParaRPr dirty="0"/>
          </a:p>
        </p:txBody>
      </p:sp>
      <p:pic>
        <p:nvPicPr>
          <p:cNvPr id="9" name="Image 16">
            <a:extLst>
              <a:ext uri="{FF2B5EF4-FFF2-40B4-BE49-F238E27FC236}">
                <a16:creationId xmlns:a16="http://schemas.microsoft.com/office/drawing/2014/main" id="{A685CA0F-CBB6-58E6-C3AC-9E12084201D4}"/>
              </a:ext>
            </a:extLst>
          </p:cNvPr>
          <p:cNvPicPr>
            <a:picLocks noChangeAspect="1"/>
          </p:cNvPicPr>
          <p:nvPr userDrawn="1"/>
        </p:nvPicPr>
        <p:blipFill>
          <a:blip r:embed="rId6"/>
          <a:stretch>
            <a:fillRect/>
          </a:stretch>
        </p:blipFill>
        <p:spPr>
          <a:xfrm>
            <a:off x="9372600" y="5735439"/>
            <a:ext cx="1448789" cy="446084"/>
          </a:xfrm>
          <a:prstGeom prst="rect">
            <a:avLst/>
          </a:prstGeom>
        </p:spPr>
      </p:pic>
      <p:pic>
        <p:nvPicPr>
          <p:cNvPr id="10" name="Picture 9" descr="A black and white logo&#10;&#10;AI-generated content may be incorrect.">
            <a:extLst>
              <a:ext uri="{FF2B5EF4-FFF2-40B4-BE49-F238E27FC236}">
                <a16:creationId xmlns:a16="http://schemas.microsoft.com/office/drawing/2014/main" id="{438A0B45-739A-7512-2202-1A4FF709280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88991" y="3127646"/>
            <a:ext cx="2898271" cy="1403050"/>
          </a:xfrm>
          <a:prstGeom prst="rect">
            <a:avLst/>
          </a:prstGeom>
        </p:spPr>
      </p:pic>
      <p:cxnSp>
        <p:nvCxnSpPr>
          <p:cNvPr id="12" name="Straight Connector 11">
            <a:extLst>
              <a:ext uri="{FF2B5EF4-FFF2-40B4-BE49-F238E27FC236}">
                <a16:creationId xmlns:a16="http://schemas.microsoft.com/office/drawing/2014/main" id="{096243A3-D05E-C98C-3B0F-BCC1AE455FB3}"/>
              </a:ext>
            </a:extLst>
          </p:cNvPr>
          <p:cNvCxnSpPr/>
          <p:nvPr userDrawn="1"/>
        </p:nvCxnSpPr>
        <p:spPr>
          <a:xfrm>
            <a:off x="4018084" y="2083776"/>
            <a:ext cx="0" cy="383630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0945886"/>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showMasterPhAnim="0" type="title" preserve="1" userDrawn="1">
  <p:cSld name="5_Title Slide">
    <p:spTree>
      <p:nvGrpSpPr>
        <p:cNvPr id="1" name=""/>
        <p:cNvGrpSpPr/>
        <p:nvPr/>
      </p:nvGrpSpPr>
      <p:grpSpPr bwMode="auto">
        <a:xfrm>
          <a:off x="0" y="0"/>
          <a:ext cx="0" cy="0"/>
          <a:chOff x="0" y="0"/>
          <a:chExt cx="0" cy="0"/>
        </a:xfrm>
      </p:grpSpPr>
      <p:pic>
        <p:nvPicPr>
          <p:cNvPr id="4" name="Image 19">
            <a:extLst>
              <a:ext uri="{FF2B5EF4-FFF2-40B4-BE49-F238E27FC236}">
                <a16:creationId xmlns:a16="http://schemas.microsoft.com/office/drawing/2014/main" id="{99EEE3ED-C7D3-A054-2DE7-DE4808762D81}"/>
              </a:ext>
            </a:extLst>
          </p:cNvPr>
          <p:cNvPicPr>
            <a:picLocks noChangeAspect="1"/>
          </p:cNvPicPr>
          <p:nvPr userDrawn="1"/>
        </p:nvPicPr>
        <p:blipFill rotWithShape="1">
          <a:blip r:embed="rId2"/>
          <a:srcRect l="3376" t="26000" b="5550"/>
          <a:stretch/>
        </p:blipFill>
        <p:spPr>
          <a:xfrm rot="10800000">
            <a:off x="480000" y="1441246"/>
            <a:ext cx="11712000" cy="5010497"/>
          </a:xfrm>
          <a:prstGeom prst="rect">
            <a:avLst/>
          </a:prstGeom>
        </p:spPr>
      </p:pic>
      <p:sp>
        <p:nvSpPr>
          <p:cNvPr id="5" name="Rectangle 4">
            <a:extLst>
              <a:ext uri="{FF2B5EF4-FFF2-40B4-BE49-F238E27FC236}">
                <a16:creationId xmlns:a16="http://schemas.microsoft.com/office/drawing/2014/main" id="{0E96F796-AFCB-A967-853F-5350BB557166}"/>
              </a:ext>
            </a:extLst>
          </p:cNvPr>
          <p:cNvSpPr/>
          <p:nvPr userDrawn="1"/>
        </p:nvSpPr>
        <p:spPr>
          <a:xfrm>
            <a:off x="480000" y="1438389"/>
            <a:ext cx="11712000" cy="5013354"/>
          </a:xfrm>
          <a:prstGeom prst="rect">
            <a:avLst/>
          </a:prstGeom>
          <a:gradFill>
            <a:gsLst>
              <a:gs pos="99000">
                <a:schemeClr val="bg2">
                  <a:alpha val="29683"/>
                </a:schemeClr>
              </a:gs>
              <a:gs pos="0">
                <a:schemeClr val="bg2">
                  <a:alpha val="4759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pic>
        <p:nvPicPr>
          <p:cNvPr id="3" name="Image 4">
            <a:extLst>
              <a:ext uri="{FF2B5EF4-FFF2-40B4-BE49-F238E27FC236}">
                <a16:creationId xmlns:a16="http://schemas.microsoft.com/office/drawing/2014/main" id="{4418E33A-8E63-A11A-5BA5-EA1F7FBA77F2}"/>
              </a:ext>
            </a:extLst>
          </p:cNvPr>
          <p:cNvPicPr>
            <a:picLocks noChangeAspect="1"/>
          </p:cNvPicPr>
          <p:nvPr userDrawn="1"/>
        </p:nvPicPr>
        <p:blipFill>
          <a:blip r:embed="rId3"/>
          <a:stretch>
            <a:fillRect/>
          </a:stretch>
        </p:blipFill>
        <p:spPr bwMode="gray">
          <a:xfrm>
            <a:off x="480000" y="406258"/>
            <a:ext cx="856811" cy="776285"/>
          </a:xfrm>
          <a:prstGeom prst="rect">
            <a:avLst/>
          </a:prstGeom>
        </p:spPr>
      </p:pic>
      <p:pic>
        <p:nvPicPr>
          <p:cNvPr id="6" name="Image 15">
            <a:extLst>
              <a:ext uri="{FF2B5EF4-FFF2-40B4-BE49-F238E27FC236}">
                <a16:creationId xmlns:a16="http://schemas.microsoft.com/office/drawing/2014/main" id="{4E7F74AB-5178-E97A-CC13-8A9B6C45F19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9771" y="404650"/>
            <a:ext cx="677568" cy="668613"/>
          </a:xfrm>
          <a:prstGeom prst="rect">
            <a:avLst/>
          </a:prstGeom>
        </p:spPr>
      </p:pic>
      <p:pic>
        <p:nvPicPr>
          <p:cNvPr id="8" name="Picture 7" descr="A red square with white text&#10;&#10;AI-generated content may be incorrect.">
            <a:extLst>
              <a:ext uri="{FF2B5EF4-FFF2-40B4-BE49-F238E27FC236}">
                <a16:creationId xmlns:a16="http://schemas.microsoft.com/office/drawing/2014/main" id="{7C9D4838-C673-4FC3-3556-0260BE52FDE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159165" y="170754"/>
            <a:ext cx="1112923" cy="1112923"/>
          </a:xfrm>
          <a:prstGeom prst="rect">
            <a:avLst/>
          </a:prstGeom>
        </p:spPr>
      </p:pic>
      <p:sp>
        <p:nvSpPr>
          <p:cNvPr id="1523521163" name="Date Placeholder 3"/>
          <p:cNvSpPr>
            <a:spLocks noGrp="1"/>
          </p:cNvSpPr>
          <p:nvPr>
            <p:ph type="dt" sz="half" idx="10"/>
          </p:nvPr>
        </p:nvSpPr>
        <p:spPr bwMode="auto">
          <a:xfrm>
            <a:off x="397933" y="6454600"/>
            <a:ext cx="2743200" cy="365125"/>
          </a:xfrm>
        </p:spPr>
        <p:txBody>
          <a:bodyPr/>
          <a:lstStyle>
            <a:lvl1pPr>
              <a:defRPr>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dirty="0"/>
          </a:p>
        </p:txBody>
      </p:sp>
      <p:sp>
        <p:nvSpPr>
          <p:cNvPr id="1897354759" name="Footer Placeholder 4"/>
          <p:cNvSpPr>
            <a:spLocks noGrp="1"/>
          </p:cNvSpPr>
          <p:nvPr>
            <p:ph type="ftr" sz="quarter" idx="11"/>
          </p:nvPr>
        </p:nvSpPr>
        <p:spPr bwMode="auto">
          <a:xfrm>
            <a:off x="3443172" y="6454600"/>
            <a:ext cx="5322589" cy="365125"/>
          </a:xfrm>
        </p:spPr>
        <p:txBody>
          <a:bodyPr/>
          <a:lstStyle>
            <a:lvl1pPr>
              <a:defRPr>
                <a:latin typeface="Arial" panose="020B0604020202020204" pitchFamily="34" charset="0"/>
                <a:cs typeface="Arial" panose="020B0604020202020204" pitchFamily="34" charset="0"/>
              </a:defRPr>
            </a:lvl1pPr>
          </a:lstStyle>
          <a:p>
            <a:pPr>
              <a:defRPr/>
            </a:pPr>
            <a:endParaRPr lang="en-US">
              <a:latin typeface="Arial" panose="020B0604020202020204" pitchFamily="34" charset="0"/>
            </a:endParaRPr>
          </a:p>
        </p:txBody>
      </p:sp>
      <p:sp>
        <p:nvSpPr>
          <p:cNvPr id="148178013" name="Slide Number Placeholder 5"/>
          <p:cNvSpPr>
            <a:spLocks noGrp="1"/>
          </p:cNvSpPr>
          <p:nvPr>
            <p:ph type="sldNum" sz="quarter" idx="12"/>
          </p:nvPr>
        </p:nvSpPr>
        <p:spPr bwMode="auto">
          <a:xfrm>
            <a:off x="9067800" y="6454600"/>
            <a:ext cx="2743200" cy="365125"/>
          </a:xfrm>
        </p:spPr>
        <p:txBody>
          <a:bodyPr/>
          <a:lstStyle>
            <a:lvl1pPr>
              <a:defRPr>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latin typeface="Arial" panose="020B0604020202020204" pitchFamily="34" charset="0"/>
            </a:endParaRPr>
          </a:p>
        </p:txBody>
      </p:sp>
      <p:sp>
        <p:nvSpPr>
          <p:cNvPr id="1535385940" name="Title 1"/>
          <p:cNvSpPr>
            <a:spLocks noGrp="1"/>
          </p:cNvSpPr>
          <p:nvPr>
            <p:ph type="ctrTitle"/>
          </p:nvPr>
        </p:nvSpPr>
        <p:spPr bwMode="auto">
          <a:xfrm>
            <a:off x="1749669" y="2061578"/>
            <a:ext cx="9885484" cy="2387600"/>
          </a:xfrm>
        </p:spPr>
        <p:txBody>
          <a:bodyPr anchor="b"/>
          <a:lstStyle>
            <a:lvl1pPr algn="l">
              <a:defRPr sz="6000">
                <a:solidFill>
                  <a:schemeClr val="tx2"/>
                </a:solidFill>
                <a:latin typeface="Arial" panose="020B0604020202020204" pitchFamily="34" charset="0"/>
                <a:cs typeface="Arial" panose="020B0604020202020204" pitchFamily="34" charset="0"/>
              </a:defRPr>
            </a:lvl1pPr>
          </a:lstStyle>
          <a:p>
            <a:pPr>
              <a:defRPr/>
            </a:pPr>
            <a:r>
              <a:rPr lang="en-US" dirty="0"/>
              <a:t>Click to edit Master title style</a:t>
            </a:r>
            <a:endParaRPr dirty="0"/>
          </a:p>
        </p:txBody>
      </p:sp>
      <p:sp>
        <p:nvSpPr>
          <p:cNvPr id="2073950141" name="Subtitle 2"/>
          <p:cNvSpPr>
            <a:spLocks noGrp="1"/>
          </p:cNvSpPr>
          <p:nvPr>
            <p:ph type="subTitle" idx="1"/>
          </p:nvPr>
        </p:nvSpPr>
        <p:spPr bwMode="auto">
          <a:xfrm>
            <a:off x="1749667" y="4579358"/>
            <a:ext cx="9885485" cy="1340719"/>
          </a:xfrm>
        </p:spPr>
        <p:txBody>
          <a:bodyPr/>
          <a:lstStyle>
            <a:lvl1pPr marL="0" indent="0" algn="l">
              <a:buNone/>
              <a:defRPr sz="240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dirty="0"/>
              <a:t>Click to edit Master subtitle style</a:t>
            </a:r>
            <a:endParaRPr dirty="0"/>
          </a:p>
        </p:txBody>
      </p:sp>
      <p:pic>
        <p:nvPicPr>
          <p:cNvPr id="9" name="Image 16">
            <a:extLst>
              <a:ext uri="{FF2B5EF4-FFF2-40B4-BE49-F238E27FC236}">
                <a16:creationId xmlns:a16="http://schemas.microsoft.com/office/drawing/2014/main" id="{A685CA0F-CBB6-58E6-C3AC-9E12084201D4}"/>
              </a:ext>
            </a:extLst>
          </p:cNvPr>
          <p:cNvPicPr>
            <a:picLocks noChangeAspect="1"/>
          </p:cNvPicPr>
          <p:nvPr userDrawn="1"/>
        </p:nvPicPr>
        <p:blipFill>
          <a:blip r:embed="rId6"/>
          <a:stretch>
            <a:fillRect/>
          </a:stretch>
        </p:blipFill>
        <p:spPr>
          <a:xfrm>
            <a:off x="9372600" y="5735439"/>
            <a:ext cx="1448789" cy="446084"/>
          </a:xfrm>
          <a:prstGeom prst="rect">
            <a:avLst/>
          </a:prstGeom>
        </p:spPr>
      </p:pic>
      <p:pic>
        <p:nvPicPr>
          <p:cNvPr id="13" name="Picture 12" descr="A logo with blue and red text&#10;&#10;AI-generated content may be incorrect.">
            <a:extLst>
              <a:ext uri="{FF2B5EF4-FFF2-40B4-BE49-F238E27FC236}">
                <a16:creationId xmlns:a16="http://schemas.microsoft.com/office/drawing/2014/main" id="{AE9F98F1-3BBE-8075-BE7C-F586D89BD16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528911" y="263834"/>
            <a:ext cx="1914261" cy="1061131"/>
          </a:xfrm>
          <a:prstGeom prst="rect">
            <a:avLst/>
          </a:prstGeom>
        </p:spPr>
      </p:pic>
    </p:spTree>
    <p:extLst>
      <p:ext uri="{BB962C8B-B14F-4D97-AF65-F5344CB8AC3E}">
        <p14:creationId xmlns:p14="http://schemas.microsoft.com/office/powerpoint/2010/main" val="1683094797"/>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 name="Google Shape;25;p4"/>
          <p:cNvGrpSpPr/>
          <p:nvPr/>
        </p:nvGrpSpPr>
        <p:grpSpPr>
          <a:xfrm>
            <a:off x="1107190" y="1588342"/>
            <a:ext cx="994351" cy="61101"/>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 name="Google Shape;28;p4"/>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29" name="Google Shape;29;p4"/>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33956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Shape 1058">
            <a:extLst>
              <a:ext uri="{FF2B5EF4-FFF2-40B4-BE49-F238E27FC236}">
                <a16:creationId xmlns:a16="http://schemas.microsoft.com/office/drawing/2014/main" id="{0318D75D-84D6-6B13-4A44-99910F75EAE7}"/>
              </a:ext>
            </a:extLst>
          </p:cNvPr>
          <p:cNvSpPr>
            <a:spLocks noGrp="1" noChangeArrowheads="1"/>
          </p:cNvSpPr>
          <p:nvPr userDrawn="1"/>
        </p:nvSpPr>
        <p:spPr bwMode="auto">
          <a:xfrm>
            <a:off x="0" y="6314609"/>
            <a:ext cx="12192000" cy="547584"/>
          </a:xfrm>
          <a:custGeom>
            <a:avLst/>
            <a:gdLst/>
            <a:ahLst/>
            <a:cxnLst/>
            <a:rect l="l" t="t" r="r" b="b"/>
            <a:pathLst>
              <a:path w="43200" h="43200" stroke="0" extrusionOk="0">
                <a:moveTo>
                  <a:pt x="0" y="0"/>
                </a:moveTo>
                <a:lnTo>
                  <a:pt x="43200" y="0"/>
                </a:lnTo>
                <a:lnTo>
                  <a:pt x="43200" y="43200"/>
                </a:lnTo>
                <a:lnTo>
                  <a:pt x="0" y="43200"/>
                </a:lnTo>
                <a:lnTo>
                  <a:pt x="0" y="0"/>
                </a:lnTo>
              </a:path>
            </a:pathLst>
          </a:custGeom>
          <a:gradFill flip="none" rotWithShape="1">
            <a:gsLst>
              <a:gs pos="0">
                <a:srgbClr val="00143D"/>
              </a:gs>
              <a:gs pos="21000">
                <a:schemeClr val="tx2"/>
              </a:gs>
              <a:gs pos="37000">
                <a:schemeClr val="accent1">
                  <a:lumMod val="75000"/>
                </a:schemeClr>
              </a:gs>
              <a:gs pos="100000">
                <a:schemeClr val="bg2"/>
              </a:gs>
              <a:gs pos="52000">
                <a:schemeClr val="accent1"/>
              </a:gs>
            </a:gsLst>
            <a:lin ang="0" scaled="1"/>
            <a:tileRect/>
          </a:gradFill>
          <a:ln w="9524">
            <a:solidFill>
              <a:srgbClr val="000000"/>
            </a:solidFill>
            <a:round/>
            <a:headEnd/>
            <a:tailEnd/>
          </a:ln>
        </p:spPr>
        <p:txBody>
          <a:bodyPr/>
          <a:lstStyle/>
          <a:p>
            <a:endParaRPr lang="en-FR" dirty="0"/>
          </a:p>
        </p:txBody>
      </p:sp>
      <p:pic>
        <p:nvPicPr>
          <p:cNvPr id="3" name="Picture 8">
            <a:extLst>
              <a:ext uri="{FF2B5EF4-FFF2-40B4-BE49-F238E27FC236}">
                <a16:creationId xmlns:a16="http://schemas.microsoft.com/office/drawing/2014/main" id="{002D33D4-3998-3F82-EDFF-BED2C6BBC384}"/>
              </a:ext>
            </a:extLst>
          </p:cNvPr>
          <p:cNvPicPr>
            <a:picLocks noChangeAspect="1"/>
          </p:cNvPicPr>
          <p:nvPr userDrawn="1"/>
        </p:nvPicPr>
        <p:blipFill rotWithShape="1">
          <a:blip r:embed="rId21"/>
          <a:stretch/>
        </p:blipFill>
        <p:spPr bwMode="auto">
          <a:xfrm>
            <a:off x="8321122" y="6314609"/>
            <a:ext cx="3520540" cy="547963"/>
          </a:xfrm>
          <a:prstGeom prst="rect">
            <a:avLst/>
          </a:prstGeom>
        </p:spPr>
      </p:pic>
      <p:sp>
        <p:nvSpPr>
          <p:cNvPr id="1577374846" name="Title Placeholder 1"/>
          <p:cNvSpPr>
            <a:spLocks noGrp="1"/>
          </p:cNvSpPr>
          <p:nvPr userDrawn="1">
            <p:ph type="title"/>
          </p:nvPr>
        </p:nvSpPr>
        <p:spPr bwMode="auto">
          <a:xfrm>
            <a:off x="429389" y="365125"/>
            <a:ext cx="11381611" cy="1325563"/>
          </a:xfrm>
          <a:prstGeom prst="rect">
            <a:avLst/>
          </a:prstGeom>
        </p:spPr>
        <p:txBody>
          <a:bodyPr vert="horz" lIns="91440" tIns="45720" rIns="91440" bIns="45720" rtlCol="0" anchor="ctr">
            <a:normAutofit/>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vl6pPr>
              <a:defRPr>
                <a:solidFill>
                  <a:srgbClr val="002060"/>
                </a:solidFill>
              </a:defRPr>
            </a:lvl6pPr>
            <a:lvl7pPr>
              <a:defRPr>
                <a:solidFill>
                  <a:srgbClr val="002060"/>
                </a:solidFill>
              </a:defRPr>
            </a:lvl7pPr>
            <a:lvl8pPr>
              <a:defRPr>
                <a:solidFill>
                  <a:srgbClr val="002060"/>
                </a:solidFill>
              </a:defRPr>
            </a:lvl8pPr>
            <a:lvl9pPr>
              <a:defRPr>
                <a:solidFill>
                  <a:srgbClr val="002060"/>
                </a:solidFill>
              </a:defRPr>
            </a:lvl9pPr>
          </a:lstStyle>
          <a:p>
            <a:pPr>
              <a:defRPr/>
            </a:pPr>
            <a:r>
              <a:rPr lang="en-US" dirty="0"/>
              <a:t>Click to edit Master title style</a:t>
            </a:r>
            <a:endParaRPr dirty="0"/>
          </a:p>
        </p:txBody>
      </p:sp>
      <p:sp>
        <p:nvSpPr>
          <p:cNvPr id="647474793" name="Text Placeholder 2"/>
          <p:cNvSpPr>
            <a:spLocks noGrp="1"/>
          </p:cNvSpPr>
          <p:nvPr userDrawn="1">
            <p:ph type="body" idx="1"/>
          </p:nvPr>
        </p:nvSpPr>
        <p:spPr bwMode="auto">
          <a:xfrm>
            <a:off x="429389" y="1825625"/>
            <a:ext cx="11381611" cy="3982508"/>
          </a:xfrm>
          <a:prstGeom prst="rect">
            <a:avLst/>
          </a:prstGeom>
        </p:spPr>
        <p:txBody>
          <a:bodyPr vert="horz" lIns="91440" tIns="45720" rIns="91440" bIns="45720" rtlCol="0">
            <a:normAutofit/>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vl6pPr>
              <a:defRPr>
                <a:solidFill>
                  <a:srgbClr val="002060"/>
                </a:solidFill>
              </a:defRPr>
            </a:lvl6pPr>
            <a:lvl7pPr>
              <a:defRPr>
                <a:solidFill>
                  <a:srgbClr val="002060"/>
                </a:solidFill>
              </a:defRPr>
            </a:lvl7pPr>
            <a:lvl8pPr>
              <a:defRPr>
                <a:solidFill>
                  <a:srgbClr val="002060"/>
                </a:solidFill>
              </a:defRPr>
            </a:lvl8pPr>
            <a:lvl9pPr>
              <a:defRPr>
                <a:solidFill>
                  <a:srgbClr val="002060"/>
                </a:solidFill>
              </a:defRPr>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17761083" name="Date Placeholder 3"/>
          <p:cNvSpPr>
            <a:spLocks noGrp="1"/>
          </p:cNvSpPr>
          <p:nvPr userDrawn="1">
            <p:ph type="dt" sz="half" idx="2"/>
          </p:nvPr>
        </p:nvSpPr>
        <p:spPr bwMode="auto">
          <a:xfrm>
            <a:off x="397933" y="5918071"/>
            <a:ext cx="2743200"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pPr>
              <a:defRPr/>
            </a:pPr>
            <a:fld id="{BCC18F51-09EC-435C-A3BA-64A766E099C0}" type="datetimeFigureOut">
              <a:rPr lang="en-US" smtClean="0"/>
              <a:pPr>
                <a:defRPr/>
              </a:pPr>
              <a:t>9/1/2026</a:t>
            </a:fld>
            <a:endParaRPr lang="en-US"/>
          </a:p>
        </p:txBody>
      </p:sp>
      <p:sp>
        <p:nvSpPr>
          <p:cNvPr id="1809575892" name="Footer Placeholder 4"/>
          <p:cNvSpPr>
            <a:spLocks noGrp="1"/>
          </p:cNvSpPr>
          <p:nvPr userDrawn="1">
            <p:ph type="ftr" sz="quarter" idx="3"/>
          </p:nvPr>
        </p:nvSpPr>
        <p:spPr bwMode="auto">
          <a:xfrm>
            <a:off x="3443172" y="5918071"/>
            <a:ext cx="5322589" cy="365125"/>
          </a:xfrm>
          <a:prstGeom prst="rect">
            <a:avLst/>
          </a:prstGeom>
        </p:spPr>
        <p:txBody>
          <a:bodyPr vert="horz" lIns="91440" tIns="45720" rIns="91440" bIns="45720" rtlCol="0" anchor="ctr"/>
          <a:lstStyle>
            <a:lvl1pPr algn="ctr">
              <a:defRPr sz="1200">
                <a:solidFill>
                  <a:schemeClr val="tx2"/>
                </a:solidFill>
                <a:latin typeface="Arial" panose="020B0604020202020204" pitchFamily="34" charset="0"/>
                <a:cs typeface="Arial" panose="020B0604020202020204" pitchFamily="34" charset="0"/>
              </a:defRPr>
            </a:lvl1pPr>
          </a:lstStyle>
          <a:p>
            <a:pPr>
              <a:defRPr/>
            </a:pPr>
            <a:endParaRPr lang="en-US" dirty="0"/>
          </a:p>
        </p:txBody>
      </p:sp>
      <p:sp>
        <p:nvSpPr>
          <p:cNvPr id="1964253281" name="Slide Number Placeholder 5"/>
          <p:cNvSpPr>
            <a:spLocks noGrp="1"/>
          </p:cNvSpPr>
          <p:nvPr userDrawn="1">
            <p:ph type="sldNum" sz="quarter" idx="4"/>
          </p:nvPr>
        </p:nvSpPr>
        <p:spPr bwMode="auto">
          <a:xfrm>
            <a:off x="9067800" y="5918071"/>
            <a:ext cx="2743200" cy="365125"/>
          </a:xfrm>
          <a:prstGeom prst="rect">
            <a:avLst/>
          </a:prstGeom>
        </p:spPr>
        <p:txBody>
          <a:bodyPr vert="horz" lIns="91440" tIns="45720" rIns="91440" bIns="45720" rtlCol="0" anchor="ctr"/>
          <a:lstStyle>
            <a:lvl1pPr algn="r">
              <a:defRPr sz="1200">
                <a:solidFill>
                  <a:schemeClr val="tx2"/>
                </a:solidFill>
                <a:latin typeface="Arial" panose="020B0604020202020204" pitchFamily="34" charset="0"/>
                <a:cs typeface="Arial" panose="020B0604020202020204" pitchFamily="34" charset="0"/>
              </a:defRPr>
            </a:lvl1pPr>
          </a:lstStyle>
          <a:p>
            <a:pPr>
              <a:defRPr/>
            </a:pPr>
            <a:fld id="{08395586-F03A-48D1-94DF-16B239DF4FB5}"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63" r:id="rId4"/>
    <p:sldLayoutId id="2147483651" r:id="rId5"/>
    <p:sldLayoutId id="2147483652" r:id="rId6"/>
    <p:sldLayoutId id="2147483662" r:id="rId7"/>
    <p:sldLayoutId id="2147483653" r:id="rId8"/>
    <p:sldLayoutId id="2147483654" r:id="rId9"/>
    <p:sldLayoutId id="2147483655" r:id="rId10"/>
    <p:sldLayoutId id="2147483656" r:id="rId11"/>
    <p:sldLayoutId id="2147483657" r:id="rId12"/>
    <p:sldLayoutId id="2147483658" r:id="rId13"/>
    <p:sldLayoutId id="2147483659" r:id="rId14"/>
    <p:sldLayoutId id="2147483665" r:id="rId15"/>
    <p:sldLayoutId id="2147483666" r:id="rId16"/>
    <p:sldLayoutId id="2147483667" r:id="rId17"/>
    <p:sldLayoutId id="2147483668" r:id="rId18"/>
    <p:sldLayoutId id="2147483669" r:id="rId19"/>
  </p:sldLayoutIdLst>
  <p:txStyles>
    <p:titleStyle>
      <a:lvl1pPr algn="l" defTabSz="914400" rtl="0">
        <a:lnSpc>
          <a:spcPct val="90000"/>
        </a:lnSpc>
        <a:spcBef>
          <a:spcPts val="0"/>
        </a:spcBef>
        <a:buNone/>
        <a:defRPr sz="4400" b="0" i="0">
          <a:solidFill>
            <a:schemeClr val="tx2"/>
          </a:solidFill>
          <a:latin typeface="Arial" panose="020B0604020202020204" pitchFamily="34" charset="0"/>
          <a:ea typeface="+mj-ea"/>
          <a:cs typeface="Arial" panose="020B0604020202020204" pitchFamily="34" charset="0"/>
        </a:defRPr>
      </a:lvl1pPr>
    </p:titleStyle>
    <p:bodyStyle>
      <a:lvl1pPr marL="228600" indent="-228600" algn="l" defTabSz="914400" rtl="0">
        <a:lnSpc>
          <a:spcPct val="90000"/>
        </a:lnSpc>
        <a:spcBef>
          <a:spcPts val="1000"/>
        </a:spcBef>
        <a:buFont typeface="Arial"/>
        <a:buChar char="•"/>
        <a:defRPr sz="2800">
          <a:solidFill>
            <a:schemeClr val="tx2"/>
          </a:solidFill>
          <a:latin typeface="Arial" panose="020B0604020202020204" pitchFamily="34" charset="0"/>
          <a:ea typeface="+mn-ea"/>
          <a:cs typeface="Arial" panose="020B0604020202020204" pitchFamily="34" charset="0"/>
        </a:defRPr>
      </a:lvl1pPr>
      <a:lvl2pPr marL="685800" indent="-228600" algn="l" defTabSz="914400" rtl="0">
        <a:lnSpc>
          <a:spcPct val="90000"/>
        </a:lnSpc>
        <a:spcBef>
          <a:spcPts val="500"/>
        </a:spcBef>
        <a:buFont typeface="Arial"/>
        <a:buChar char="•"/>
        <a:defRPr sz="2400">
          <a:solidFill>
            <a:schemeClr val="tx2"/>
          </a:solidFill>
          <a:latin typeface="Arial" panose="020B0604020202020204" pitchFamily="34" charset="0"/>
          <a:ea typeface="+mn-ea"/>
          <a:cs typeface="Arial" panose="020B0604020202020204" pitchFamily="34" charset="0"/>
        </a:defRPr>
      </a:lvl2pPr>
      <a:lvl3pPr marL="1143000" indent="-228600" algn="l" defTabSz="914400" rtl="0">
        <a:lnSpc>
          <a:spcPct val="90000"/>
        </a:lnSpc>
        <a:spcBef>
          <a:spcPts val="500"/>
        </a:spcBef>
        <a:buFont typeface="Arial"/>
        <a:buChar char="•"/>
        <a:defRPr sz="2000">
          <a:solidFill>
            <a:schemeClr val="tx2"/>
          </a:solidFill>
          <a:latin typeface="Arial" panose="020B0604020202020204" pitchFamily="34" charset="0"/>
          <a:ea typeface="+mn-ea"/>
          <a:cs typeface="Arial" panose="020B0604020202020204" pitchFamily="34" charset="0"/>
        </a:defRPr>
      </a:lvl3pPr>
      <a:lvl4pPr marL="1600200" indent="-228600" algn="l" defTabSz="914400" rtl="0">
        <a:lnSpc>
          <a:spcPct val="90000"/>
        </a:lnSpc>
        <a:spcBef>
          <a:spcPts val="500"/>
        </a:spcBef>
        <a:buFont typeface="Arial"/>
        <a:buChar char="•"/>
        <a:defRPr sz="1800">
          <a:solidFill>
            <a:schemeClr val="tx2"/>
          </a:solidFill>
          <a:latin typeface="Arial" panose="020B0604020202020204" pitchFamily="34" charset="0"/>
          <a:ea typeface="+mn-ea"/>
          <a:cs typeface="Arial" panose="020B0604020202020204" pitchFamily="34" charset="0"/>
        </a:defRPr>
      </a:lvl4pPr>
      <a:lvl5pPr marL="2057400" indent="-228600" algn="l" defTabSz="914400" rtl="0">
        <a:lnSpc>
          <a:spcPct val="90000"/>
        </a:lnSpc>
        <a:spcBef>
          <a:spcPts val="500"/>
        </a:spcBef>
        <a:buFont typeface="Arial"/>
        <a:buChar char="•"/>
        <a:defRPr sz="1800">
          <a:solidFill>
            <a:schemeClr val="tx2"/>
          </a:solidFill>
          <a:latin typeface="Arial" panose="020B0604020202020204" pitchFamily="34" charset="0"/>
          <a:ea typeface="+mn-ea"/>
          <a:cs typeface="Arial" panose="020B0604020202020204" pitchFamily="34" charset="0"/>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hyperlink" Target="pepr-diadem.fr"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CBE21-9171-8AB0-EF70-D99B5E29B866}"/>
              </a:ext>
            </a:extLst>
          </p:cNvPr>
          <p:cNvSpPr>
            <a:spLocks noGrp="1"/>
          </p:cNvSpPr>
          <p:nvPr>
            <p:ph type="ctrTitle"/>
          </p:nvPr>
        </p:nvSpPr>
        <p:spPr>
          <a:xfrm>
            <a:off x="4246684" y="2061578"/>
            <a:ext cx="7723643" cy="2387600"/>
          </a:xfrm>
        </p:spPr>
        <p:txBody>
          <a:bodyPr>
            <a:normAutofit/>
          </a:bodyPr>
          <a:lstStyle/>
          <a:p>
            <a:r>
              <a:rPr lang="en-US" b="1" dirty="0">
                <a:latin typeface="+mn-lt"/>
              </a:rPr>
              <a:t>Introduction to workflows</a:t>
            </a:r>
            <a:endParaRPr lang="en-FR" b="1" dirty="0">
              <a:latin typeface="+mn-lt"/>
            </a:endParaRPr>
          </a:p>
        </p:txBody>
      </p:sp>
      <p:sp>
        <p:nvSpPr>
          <p:cNvPr id="3" name="Subtitle 2">
            <a:extLst>
              <a:ext uri="{FF2B5EF4-FFF2-40B4-BE49-F238E27FC236}">
                <a16:creationId xmlns:a16="http://schemas.microsoft.com/office/drawing/2014/main" id="{26849308-3F6B-0B3A-C244-EF0F2693E389}"/>
              </a:ext>
            </a:extLst>
          </p:cNvPr>
          <p:cNvSpPr>
            <a:spLocks noGrp="1"/>
          </p:cNvSpPr>
          <p:nvPr>
            <p:ph type="subTitle" idx="1"/>
          </p:nvPr>
        </p:nvSpPr>
        <p:spPr>
          <a:xfrm>
            <a:off x="4440646" y="4865685"/>
            <a:ext cx="7388469" cy="1340719"/>
          </a:xfrm>
        </p:spPr>
        <p:txBody>
          <a:bodyPr/>
          <a:lstStyle/>
          <a:p>
            <a:r>
              <a:rPr lang="en-US" i="1" dirty="0" err="1"/>
              <a:t>Akshay</a:t>
            </a:r>
            <a:r>
              <a:rPr lang="en-US" i="1" dirty="0"/>
              <a:t> Krishna </a:t>
            </a:r>
            <a:r>
              <a:rPr lang="en-US" i="1" dirty="0" err="1"/>
              <a:t>Ammothum</a:t>
            </a:r>
            <a:r>
              <a:rPr lang="en-US" i="1" dirty="0"/>
              <a:t> Kandy </a:t>
            </a:r>
          </a:p>
          <a:p>
            <a:r>
              <a:rPr lang="en-US" i="1" dirty="0"/>
              <a:t>IR, Sorbonne University</a:t>
            </a:r>
            <a:endParaRPr lang="en-FR" i="1" dirty="0"/>
          </a:p>
        </p:txBody>
      </p:sp>
    </p:spTree>
    <p:extLst>
      <p:ext uri="{BB962C8B-B14F-4D97-AF65-F5344CB8AC3E}">
        <p14:creationId xmlns:p14="http://schemas.microsoft.com/office/powerpoint/2010/main" val="27720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83433" y="702200"/>
            <a:ext cx="10251600" cy="713600"/>
          </a:xfrm>
          <a:prstGeom prst="rect">
            <a:avLst/>
          </a:prstGeom>
        </p:spPr>
        <p:txBody>
          <a:bodyPr spcFirstLastPara="1" vert="horz" wrap="square" lIns="121900" tIns="121900" rIns="121900" bIns="121900" rtlCol="0" anchor="t" anchorCtr="0">
            <a:normAutofit fontScale="90000"/>
          </a:bodyPr>
          <a:lstStyle/>
          <a:p>
            <a:r>
              <a:rPr lang="en"/>
              <a:t>Outline</a:t>
            </a:r>
            <a:endParaRPr/>
          </a:p>
        </p:txBody>
      </p:sp>
      <p:sp>
        <p:nvSpPr>
          <p:cNvPr id="92" name="Google Shape;92;p14"/>
          <p:cNvSpPr txBox="1">
            <a:spLocks noGrp="1"/>
          </p:cNvSpPr>
          <p:nvPr>
            <p:ph type="body" idx="1"/>
          </p:nvPr>
        </p:nvSpPr>
        <p:spPr>
          <a:xfrm>
            <a:off x="970200" y="2105000"/>
            <a:ext cx="10251600" cy="3014800"/>
          </a:xfrm>
          <a:prstGeom prst="rect">
            <a:avLst/>
          </a:prstGeom>
        </p:spPr>
        <p:txBody>
          <a:bodyPr spcFirstLastPara="1" vert="horz" wrap="square" lIns="121900" tIns="121900" rIns="121900" bIns="121900" rtlCol="0" anchor="t" anchorCtr="0">
            <a:normAutofit/>
          </a:bodyPr>
          <a:lstStyle/>
          <a:p>
            <a:pPr indent="-457189">
              <a:buSzPts val="1800"/>
            </a:pPr>
            <a:r>
              <a:rPr lang="en-US" sz="2400" dirty="0"/>
              <a:t>Understand workflow fundamentals</a:t>
            </a:r>
            <a:br>
              <a:rPr lang="en" sz="2400" dirty="0"/>
            </a:br>
            <a:endParaRPr sz="2400" dirty="0"/>
          </a:p>
          <a:p>
            <a:pPr indent="-457189">
              <a:buSzPts val="1800"/>
            </a:pPr>
            <a:r>
              <a:rPr lang="en" sz="2400" dirty="0"/>
              <a:t>Survey established workflow </a:t>
            </a:r>
            <a:r>
              <a:rPr lang="en-US" sz="2400" dirty="0"/>
              <a:t>management</a:t>
            </a:r>
            <a:r>
              <a:rPr lang="en" sz="2400" dirty="0"/>
              <a:t> systems</a:t>
            </a:r>
            <a:br>
              <a:rPr lang="en" sz="2400" dirty="0"/>
            </a:br>
            <a:endParaRPr sz="2400" dirty="0"/>
          </a:p>
          <a:p>
            <a:pPr indent="-457189">
              <a:buSzPts val="1800"/>
            </a:pPr>
            <a:r>
              <a:rPr lang="en" sz="2400" dirty="0"/>
              <a:t>Hands-on  </a:t>
            </a:r>
            <a:r>
              <a:rPr lang="en" sz="2400" b="1" dirty="0"/>
              <a:t>AiiDA workflow</a:t>
            </a:r>
            <a:r>
              <a:rPr lang="en" sz="2400" dirty="0"/>
              <a:t> on google colab.</a:t>
            </a:r>
            <a:endParaRPr sz="2400" dirty="0"/>
          </a:p>
          <a:p>
            <a:pPr marL="0" indent="0">
              <a:spcBef>
                <a:spcPts val="1600"/>
              </a:spcBef>
              <a:spcAft>
                <a:spcPts val="1600"/>
              </a:spcAft>
              <a:buNone/>
            </a:pPr>
            <a:endParaRP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1045300" y="834567"/>
            <a:ext cx="10251600" cy="713600"/>
          </a:xfrm>
          <a:prstGeom prst="rect">
            <a:avLst/>
          </a:prstGeom>
        </p:spPr>
        <p:txBody>
          <a:bodyPr spcFirstLastPara="1" vert="horz" wrap="square" lIns="121900" tIns="121900" rIns="121900" bIns="121900" rtlCol="0" anchor="t" anchorCtr="0">
            <a:normAutofit fontScale="90000"/>
          </a:bodyPr>
          <a:lstStyle/>
          <a:p>
            <a:r>
              <a:rPr lang="en" b="1" dirty="0"/>
              <a:t>Introduction</a:t>
            </a:r>
            <a:endParaRPr b="1" dirty="0"/>
          </a:p>
        </p:txBody>
      </p:sp>
      <p:pic>
        <p:nvPicPr>
          <p:cNvPr id="98" name="Google Shape;98;p15"/>
          <p:cNvPicPr preferRelativeResize="0"/>
          <p:nvPr/>
        </p:nvPicPr>
        <p:blipFill>
          <a:blip r:embed="rId3">
            <a:alphaModFix/>
          </a:blip>
          <a:stretch>
            <a:fillRect/>
          </a:stretch>
        </p:blipFill>
        <p:spPr>
          <a:xfrm>
            <a:off x="379600" y="1548167"/>
            <a:ext cx="5716400" cy="4475266"/>
          </a:xfrm>
          <a:prstGeom prst="rect">
            <a:avLst/>
          </a:prstGeom>
          <a:noFill/>
          <a:ln>
            <a:noFill/>
          </a:ln>
        </p:spPr>
      </p:pic>
      <p:sp>
        <p:nvSpPr>
          <p:cNvPr id="99" name="Google Shape;99;p15"/>
          <p:cNvSpPr txBox="1"/>
          <p:nvPr/>
        </p:nvSpPr>
        <p:spPr>
          <a:xfrm>
            <a:off x="6713300" y="2321433"/>
            <a:ext cx="5716400" cy="1810800"/>
          </a:xfrm>
          <a:prstGeom prst="rect">
            <a:avLst/>
          </a:prstGeom>
          <a:noFill/>
          <a:ln>
            <a:noFill/>
          </a:ln>
        </p:spPr>
        <p:txBody>
          <a:bodyPr spcFirstLastPara="1" wrap="square" lIns="121900" tIns="121900" rIns="121900" bIns="121900" anchor="t" anchorCtr="0">
            <a:noAutofit/>
          </a:bodyPr>
          <a:lstStyle/>
          <a:p>
            <a:r>
              <a:rPr lang="en" sz="2400" b="1" dirty="0">
                <a:solidFill>
                  <a:schemeClr val="accent1"/>
                </a:solidFill>
                <a:latin typeface="Lato"/>
                <a:ea typeface="Lato"/>
                <a:cs typeface="Lato"/>
                <a:sym typeface="Lato"/>
              </a:rPr>
              <a:t>Fourth paradigm is using the computational power to generate, curate, analyze, archive  massive </a:t>
            </a:r>
            <a:r>
              <a:rPr lang="en-US" sz="2400" b="1" dirty="0">
                <a:solidFill>
                  <a:schemeClr val="accent1"/>
                </a:solidFill>
                <a:latin typeface="Lato"/>
                <a:ea typeface="Lato"/>
                <a:cs typeface="Lato"/>
                <a:sym typeface="Lato"/>
              </a:rPr>
              <a:t>amounts of</a:t>
            </a:r>
            <a:r>
              <a:rPr lang="en" sz="2400" b="1" dirty="0">
                <a:solidFill>
                  <a:schemeClr val="accent1"/>
                </a:solidFill>
                <a:latin typeface="Lato"/>
                <a:ea typeface="Lato"/>
                <a:cs typeface="Lato"/>
                <a:sym typeface="Lato"/>
              </a:rPr>
              <a:t> scientific data</a:t>
            </a:r>
            <a:endParaRPr sz="2400" b="1" dirty="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3" name="Picture 2">
            <a:extLst>
              <a:ext uri="{FF2B5EF4-FFF2-40B4-BE49-F238E27FC236}">
                <a16:creationId xmlns:a16="http://schemas.microsoft.com/office/drawing/2014/main" id="{853095BD-0ECE-4801-AA32-F9844BB55FAB}"/>
              </a:ext>
            </a:extLst>
          </p:cNvPr>
          <p:cNvPicPr>
            <a:picLocks noChangeAspect="1"/>
          </p:cNvPicPr>
          <p:nvPr/>
        </p:nvPicPr>
        <p:blipFill rotWithShape="1">
          <a:blip r:embed="rId3">
            <a:extLst>
              <a:ext uri="{28A0092B-C50C-407E-A947-70E740481C1C}">
                <a14:useLocalDpi xmlns:a14="http://schemas.microsoft.com/office/drawing/2010/main" val="0"/>
              </a:ext>
            </a:extLst>
          </a:blip>
          <a:srcRect l="1445" t="37151" r="28279" b="11613"/>
          <a:stretch/>
        </p:blipFill>
        <p:spPr>
          <a:xfrm>
            <a:off x="7349083" y="1722172"/>
            <a:ext cx="7638472" cy="3712599"/>
          </a:xfrm>
          <a:prstGeom prst="rect">
            <a:avLst/>
          </a:prstGeom>
        </p:spPr>
      </p:pic>
      <p:sp>
        <p:nvSpPr>
          <p:cNvPr id="97" name="Google Shape;97;p15"/>
          <p:cNvSpPr txBox="1">
            <a:spLocks noGrp="1"/>
          </p:cNvSpPr>
          <p:nvPr>
            <p:ph type="title"/>
          </p:nvPr>
        </p:nvSpPr>
        <p:spPr>
          <a:xfrm>
            <a:off x="1045300" y="834567"/>
            <a:ext cx="10251600" cy="713600"/>
          </a:xfrm>
          <a:prstGeom prst="rect">
            <a:avLst/>
          </a:prstGeom>
        </p:spPr>
        <p:txBody>
          <a:bodyPr spcFirstLastPara="1" vert="horz" wrap="square" lIns="121900" tIns="121900" rIns="121900" bIns="121900" rtlCol="0" anchor="t" anchorCtr="0">
            <a:normAutofit fontScale="90000"/>
          </a:bodyPr>
          <a:lstStyle/>
          <a:p>
            <a:r>
              <a:rPr lang="en" b="1" dirty="0"/>
              <a:t>Introduction</a:t>
            </a:r>
            <a:endParaRPr b="1" dirty="0"/>
          </a:p>
        </p:txBody>
      </p:sp>
      <p:sp>
        <p:nvSpPr>
          <p:cNvPr id="4" name="Rectangle 3">
            <a:extLst>
              <a:ext uri="{FF2B5EF4-FFF2-40B4-BE49-F238E27FC236}">
                <a16:creationId xmlns:a16="http://schemas.microsoft.com/office/drawing/2014/main" id="{8E7E0348-24B5-472B-8EBF-864DD256E955}"/>
              </a:ext>
            </a:extLst>
          </p:cNvPr>
          <p:cNvSpPr/>
          <p:nvPr/>
        </p:nvSpPr>
        <p:spPr>
          <a:xfrm>
            <a:off x="10293200" y="1373828"/>
            <a:ext cx="5320145" cy="4409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DB35750-1915-4CD8-9CB7-29F89E93DDD2}"/>
              </a:ext>
            </a:extLst>
          </p:cNvPr>
          <p:cNvSpPr txBox="1"/>
          <p:nvPr/>
        </p:nvSpPr>
        <p:spPr>
          <a:xfrm>
            <a:off x="835259" y="1910134"/>
            <a:ext cx="4718518"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Lato"/>
              </a:rPr>
              <a:t>Modern scientific research involves </a:t>
            </a:r>
          </a:p>
          <a:p>
            <a:pPr marL="1200150" lvl="2" indent="-285750">
              <a:buFont typeface="Arial" panose="020B0604020202020204" pitchFamily="34" charset="0"/>
              <a:buChar char="•"/>
            </a:pPr>
            <a:r>
              <a:rPr lang="en-US" sz="2400" dirty="0">
                <a:latin typeface="Lato"/>
              </a:rPr>
              <a:t>many simulations, </a:t>
            </a:r>
          </a:p>
          <a:p>
            <a:pPr marL="1200150" lvl="2" indent="-285750">
              <a:buFont typeface="Arial" panose="020B0604020202020204" pitchFamily="34" charset="0"/>
              <a:buChar char="•"/>
            </a:pPr>
            <a:r>
              <a:rPr lang="en-US" sz="2400" dirty="0">
                <a:latin typeface="Lato"/>
              </a:rPr>
              <a:t>datasets, </a:t>
            </a:r>
          </a:p>
          <a:p>
            <a:pPr marL="1200150" lvl="2" indent="-285750">
              <a:buFont typeface="Arial" panose="020B0604020202020204" pitchFamily="34" charset="0"/>
              <a:buChar char="•"/>
            </a:pPr>
            <a:r>
              <a:rPr lang="en-US" sz="2400" dirty="0">
                <a:latin typeface="Lato"/>
              </a:rPr>
              <a:t>software tools</a:t>
            </a:r>
          </a:p>
          <a:p>
            <a:pPr marL="1200150" lvl="2" indent="-285750">
              <a:buFont typeface="Arial" panose="020B0604020202020204" pitchFamily="34" charset="0"/>
              <a:buChar char="•"/>
            </a:pPr>
            <a:r>
              <a:rPr lang="en-US" sz="2400" dirty="0">
                <a:latin typeface="Lato"/>
              </a:rPr>
              <a:t>processing steps</a:t>
            </a:r>
          </a:p>
          <a:p>
            <a:pPr marL="285750" indent="-285750">
              <a:buFont typeface="Arial" panose="020B0604020202020204" pitchFamily="34" charset="0"/>
              <a:buChar char="•"/>
            </a:pPr>
            <a:endParaRPr lang="en-US" sz="2400" dirty="0">
              <a:latin typeface="Lato"/>
            </a:endParaRPr>
          </a:p>
          <a:p>
            <a:pPr marL="285750" indent="-285750">
              <a:buFont typeface="Arial" panose="020B0604020202020204" pitchFamily="34" charset="0"/>
              <a:buChar char="•"/>
            </a:pPr>
            <a:r>
              <a:rPr lang="en-US" sz="2400" dirty="0">
                <a:latin typeface="Lato"/>
              </a:rPr>
              <a:t> Manually managing everything becomes difficult.</a:t>
            </a:r>
          </a:p>
        </p:txBody>
      </p:sp>
    </p:spTree>
    <p:extLst>
      <p:ext uri="{BB962C8B-B14F-4D97-AF65-F5344CB8AC3E}">
        <p14:creationId xmlns:p14="http://schemas.microsoft.com/office/powerpoint/2010/main" val="542395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3" name="Picture 2">
            <a:extLst>
              <a:ext uri="{FF2B5EF4-FFF2-40B4-BE49-F238E27FC236}">
                <a16:creationId xmlns:a16="http://schemas.microsoft.com/office/drawing/2014/main" id="{853095BD-0ECE-4801-AA32-F9844BB55FAB}"/>
              </a:ext>
            </a:extLst>
          </p:cNvPr>
          <p:cNvPicPr>
            <a:picLocks noChangeAspect="1"/>
          </p:cNvPicPr>
          <p:nvPr/>
        </p:nvPicPr>
        <p:blipFill rotWithShape="1">
          <a:blip r:embed="rId3">
            <a:extLst>
              <a:ext uri="{28A0092B-C50C-407E-A947-70E740481C1C}">
                <a14:useLocalDpi xmlns:a14="http://schemas.microsoft.com/office/drawing/2010/main" val="0"/>
              </a:ext>
            </a:extLst>
          </a:blip>
          <a:srcRect l="1445" t="30292" r="28279" b="11614"/>
          <a:stretch/>
        </p:blipFill>
        <p:spPr>
          <a:xfrm>
            <a:off x="2632364" y="1732894"/>
            <a:ext cx="7638472" cy="4209565"/>
          </a:xfrm>
          <a:prstGeom prst="rect">
            <a:avLst/>
          </a:prstGeom>
        </p:spPr>
      </p:pic>
      <p:sp>
        <p:nvSpPr>
          <p:cNvPr id="97" name="Google Shape;97;p15"/>
          <p:cNvSpPr txBox="1">
            <a:spLocks noGrp="1"/>
          </p:cNvSpPr>
          <p:nvPr>
            <p:ph type="title"/>
          </p:nvPr>
        </p:nvSpPr>
        <p:spPr>
          <a:xfrm>
            <a:off x="1045300" y="834567"/>
            <a:ext cx="10251600" cy="713600"/>
          </a:xfrm>
          <a:prstGeom prst="rect">
            <a:avLst/>
          </a:prstGeom>
        </p:spPr>
        <p:txBody>
          <a:bodyPr spcFirstLastPara="1" vert="horz" wrap="square" lIns="121900" tIns="121900" rIns="121900" bIns="121900" rtlCol="0" anchor="t" anchorCtr="0">
            <a:normAutofit fontScale="90000"/>
          </a:bodyPr>
          <a:lstStyle/>
          <a:p>
            <a:r>
              <a:rPr lang="en" b="1" dirty="0"/>
              <a:t>Introduction</a:t>
            </a:r>
            <a:endParaRPr b="1" dirty="0"/>
          </a:p>
        </p:txBody>
      </p:sp>
    </p:spTree>
    <p:extLst>
      <p:ext uri="{BB962C8B-B14F-4D97-AF65-F5344CB8AC3E}">
        <p14:creationId xmlns:p14="http://schemas.microsoft.com/office/powerpoint/2010/main" val="1675381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a:t>What is a workflow?</a:t>
            </a:r>
            <a:endParaRPr/>
          </a:p>
        </p:txBody>
      </p:sp>
      <p:sp>
        <p:nvSpPr>
          <p:cNvPr id="111" name="Google Shape;111;p17"/>
          <p:cNvSpPr txBox="1"/>
          <p:nvPr/>
        </p:nvSpPr>
        <p:spPr>
          <a:xfrm>
            <a:off x="1336000" y="1870367"/>
            <a:ext cx="9030000" cy="1077178"/>
          </a:xfrm>
          <a:prstGeom prst="rect">
            <a:avLst/>
          </a:prstGeom>
          <a:noFill/>
          <a:ln>
            <a:noFill/>
          </a:ln>
        </p:spPr>
        <p:txBody>
          <a:bodyPr spcFirstLastPara="1" wrap="square" lIns="121900" tIns="121900" rIns="121900" bIns="121900" anchor="t" anchorCtr="0">
            <a:spAutoFit/>
          </a:bodyPr>
          <a:lstStyle/>
          <a:p>
            <a:r>
              <a:rPr lang="en" dirty="0">
                <a:solidFill>
                  <a:srgbClr val="333333"/>
                </a:solidFill>
                <a:highlight>
                  <a:srgbClr val="FFFFFF"/>
                </a:highlight>
                <a:latin typeface="Lato"/>
                <a:ea typeface="Lato"/>
                <a:cs typeface="Lato"/>
                <a:sym typeface="Lato"/>
              </a:rPr>
              <a:t>Computational workflows explicitly create a divide between a user’s dataflow and the computational details which underpin the chain of tools, placing these elements in separate files</a:t>
            </a:r>
            <a:endParaRPr sz="2267" dirty="0">
              <a:latin typeface="Lato"/>
              <a:ea typeface="Lato"/>
              <a:cs typeface="Lato"/>
              <a:sym typeface="Lato"/>
            </a:endParaRPr>
          </a:p>
        </p:txBody>
      </p:sp>
      <p:pic>
        <p:nvPicPr>
          <p:cNvPr id="112" name="Google Shape;112;p17"/>
          <p:cNvPicPr preferRelativeResize="0"/>
          <p:nvPr/>
        </p:nvPicPr>
        <p:blipFill>
          <a:blip r:embed="rId3">
            <a:alphaModFix/>
          </a:blip>
          <a:stretch>
            <a:fillRect/>
          </a:stretch>
        </p:blipFill>
        <p:spPr>
          <a:xfrm>
            <a:off x="1980718" y="3010600"/>
            <a:ext cx="8230563" cy="30911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a:t>What is a workflow?</a:t>
            </a:r>
            <a:endParaRPr/>
          </a:p>
        </p:txBody>
      </p:sp>
      <p:grpSp>
        <p:nvGrpSpPr>
          <p:cNvPr id="118" name="Google Shape;118;p18"/>
          <p:cNvGrpSpPr/>
          <p:nvPr/>
        </p:nvGrpSpPr>
        <p:grpSpPr>
          <a:xfrm>
            <a:off x="1391418" y="1879603"/>
            <a:ext cx="9030000" cy="4356864"/>
            <a:chOff x="1022782" y="1562102"/>
            <a:chExt cx="6772500" cy="3267648"/>
          </a:xfrm>
        </p:grpSpPr>
        <p:sp>
          <p:nvSpPr>
            <p:cNvPr id="119" name="Google Shape;119;p18"/>
            <p:cNvSpPr txBox="1"/>
            <p:nvPr/>
          </p:nvSpPr>
          <p:spPr>
            <a:xfrm>
              <a:off x="1022782" y="1562102"/>
              <a:ext cx="6772500" cy="807884"/>
            </a:xfrm>
            <a:prstGeom prst="rect">
              <a:avLst/>
            </a:prstGeom>
            <a:noFill/>
            <a:ln>
              <a:noFill/>
            </a:ln>
          </p:spPr>
          <p:txBody>
            <a:bodyPr spcFirstLastPara="1" wrap="square" lIns="121900" tIns="121900" rIns="121900" bIns="121900" anchor="t" anchorCtr="0">
              <a:spAutoFit/>
            </a:bodyPr>
            <a:lstStyle/>
            <a:p>
              <a:r>
                <a:rPr lang="en" b="1" dirty="0">
                  <a:solidFill>
                    <a:srgbClr val="333333"/>
                  </a:solidFill>
                  <a:highlight>
                    <a:srgbClr val="FFFFFF"/>
                  </a:highlight>
                  <a:latin typeface="Lato"/>
                  <a:ea typeface="Lato"/>
                  <a:cs typeface="Lato"/>
                  <a:sym typeface="Lato"/>
                </a:rPr>
                <a:t>Control flow</a:t>
              </a:r>
              <a:r>
                <a:rPr lang="en" dirty="0">
                  <a:solidFill>
                    <a:srgbClr val="333333"/>
                  </a:solidFill>
                  <a:highlight>
                    <a:srgbClr val="FFFFFF"/>
                  </a:highlight>
                  <a:latin typeface="Lato"/>
                  <a:ea typeface="Lato"/>
                  <a:cs typeface="Lato"/>
                  <a:sym typeface="Lato"/>
                </a:rPr>
                <a:t>:  Dictate the sequence in which steps are executed     ( Analogous to traffic lights &amp; intersections)</a:t>
              </a:r>
              <a:endParaRPr dirty="0">
                <a:solidFill>
                  <a:srgbClr val="333333"/>
                </a:solidFill>
                <a:highlight>
                  <a:srgbClr val="FFFFFF"/>
                </a:highlight>
                <a:latin typeface="Lato"/>
                <a:ea typeface="Lato"/>
                <a:cs typeface="Lato"/>
                <a:sym typeface="Lato"/>
              </a:endParaRPr>
            </a:p>
            <a:p>
              <a:r>
                <a:rPr lang="en" b="1" dirty="0">
                  <a:solidFill>
                    <a:srgbClr val="333333"/>
                  </a:solidFill>
                  <a:highlight>
                    <a:srgbClr val="FFFFFF"/>
                  </a:highlight>
                  <a:latin typeface="Lato"/>
                  <a:ea typeface="Lato"/>
                  <a:cs typeface="Lato"/>
                  <a:sym typeface="Lato"/>
                </a:rPr>
                <a:t>Data flow</a:t>
              </a:r>
              <a:r>
                <a:rPr lang="en" dirty="0">
                  <a:solidFill>
                    <a:srgbClr val="333333"/>
                  </a:solidFill>
                  <a:highlight>
                    <a:srgbClr val="FFFFFF"/>
                  </a:highlight>
                  <a:latin typeface="Lato"/>
                  <a:ea typeface="Lato"/>
                  <a:cs typeface="Lato"/>
                  <a:sym typeface="Lato"/>
                </a:rPr>
                <a:t>:   </a:t>
              </a:r>
              <a:r>
                <a:rPr lang="en" i="1" dirty="0">
                  <a:solidFill>
                    <a:srgbClr val="333333"/>
                  </a:solidFill>
                  <a:highlight>
                    <a:srgbClr val="FFFFFF"/>
                  </a:highlight>
                  <a:latin typeface="Lato"/>
                  <a:ea typeface="Lato"/>
                  <a:cs typeface="Lato"/>
                  <a:sym typeface="Lato"/>
                </a:rPr>
                <a:t>what</a:t>
              </a:r>
              <a:r>
                <a:rPr lang="en" dirty="0">
                  <a:solidFill>
                    <a:srgbClr val="333333"/>
                  </a:solidFill>
                  <a:highlight>
                    <a:srgbClr val="FFFFFF"/>
                  </a:highlight>
                  <a:latin typeface="Lato"/>
                  <a:ea typeface="Lato"/>
                  <a:cs typeface="Lato"/>
                  <a:sym typeface="Lato"/>
                </a:rPr>
                <a:t> moves between steps (eg: files, data)  ( Analogous to cars )</a:t>
              </a:r>
              <a:endParaRPr dirty="0">
                <a:solidFill>
                  <a:srgbClr val="333333"/>
                </a:solidFill>
                <a:highlight>
                  <a:srgbClr val="FFFFFF"/>
                </a:highlight>
                <a:latin typeface="Lato"/>
                <a:ea typeface="Lato"/>
                <a:cs typeface="Lato"/>
                <a:sym typeface="Lato"/>
              </a:endParaRPr>
            </a:p>
          </p:txBody>
        </p:sp>
        <p:pic>
          <p:nvPicPr>
            <p:cNvPr id="120" name="Google Shape;120;p18"/>
            <p:cNvPicPr preferRelativeResize="0"/>
            <p:nvPr/>
          </p:nvPicPr>
          <p:blipFill>
            <a:blip r:embed="rId3">
              <a:alphaModFix/>
            </a:blip>
            <a:stretch>
              <a:fillRect/>
            </a:stretch>
          </p:blipFill>
          <p:spPr>
            <a:xfrm>
              <a:off x="1485540" y="2511375"/>
              <a:ext cx="6172922" cy="2318375"/>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a:t>What is a workflow?</a:t>
            </a:r>
            <a:endParaRPr/>
          </a:p>
        </p:txBody>
      </p:sp>
      <p:pic>
        <p:nvPicPr>
          <p:cNvPr id="126" name="Google Shape;126;p19"/>
          <p:cNvPicPr preferRelativeResize="0"/>
          <p:nvPr/>
        </p:nvPicPr>
        <p:blipFill>
          <a:blip r:embed="rId3">
            <a:alphaModFix/>
          </a:blip>
          <a:stretch>
            <a:fillRect/>
          </a:stretch>
        </p:blipFill>
        <p:spPr>
          <a:xfrm>
            <a:off x="1472768" y="2780136"/>
            <a:ext cx="8969369" cy="3368633"/>
          </a:xfrm>
          <a:prstGeom prst="rect">
            <a:avLst/>
          </a:prstGeom>
          <a:noFill/>
          <a:ln>
            <a:noFill/>
          </a:ln>
        </p:spPr>
      </p:pic>
      <p:sp>
        <p:nvSpPr>
          <p:cNvPr id="127" name="Google Shape;127;p19"/>
          <p:cNvSpPr txBox="1"/>
          <p:nvPr/>
        </p:nvSpPr>
        <p:spPr>
          <a:xfrm>
            <a:off x="1336000" y="1870368"/>
            <a:ext cx="9030000" cy="523180"/>
          </a:xfrm>
          <a:prstGeom prst="rect">
            <a:avLst/>
          </a:prstGeom>
          <a:noFill/>
          <a:ln>
            <a:noFill/>
          </a:ln>
        </p:spPr>
        <p:txBody>
          <a:bodyPr spcFirstLastPara="1" wrap="square" lIns="121900" tIns="121900" rIns="121900" bIns="121900" anchor="t" anchorCtr="0">
            <a:spAutoFit/>
          </a:bodyPr>
          <a:lstStyle/>
          <a:p>
            <a:r>
              <a:rPr lang="en" b="1" dirty="0">
                <a:solidFill>
                  <a:srgbClr val="333333"/>
                </a:solidFill>
                <a:highlight>
                  <a:srgbClr val="FFFFFF"/>
                </a:highlight>
                <a:latin typeface="Lato"/>
                <a:ea typeface="Lato"/>
                <a:cs typeface="Lato"/>
                <a:sym typeface="Lato"/>
              </a:rPr>
              <a:t>Abstraction: </a:t>
            </a:r>
            <a:r>
              <a:rPr lang="en" sz="1733" dirty="0">
                <a:solidFill>
                  <a:schemeClr val="accent1"/>
                </a:solidFill>
                <a:latin typeface="Lato"/>
                <a:ea typeface="Lato"/>
                <a:cs typeface="Lato"/>
                <a:sym typeface="Lato"/>
              </a:rPr>
              <a:t>components can be thought of as black boxes </a:t>
            </a:r>
            <a:endParaRPr sz="2267" b="1" dirty="0">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970200" y="838467"/>
            <a:ext cx="10251600" cy="713600"/>
          </a:xfrm>
          <a:prstGeom prst="rect">
            <a:avLst/>
          </a:prstGeom>
        </p:spPr>
        <p:txBody>
          <a:bodyPr spcFirstLastPara="1" vert="horz" wrap="square" lIns="121900" tIns="121900" rIns="121900" bIns="121900" rtlCol="0" anchor="t" anchorCtr="0">
            <a:normAutofit fontScale="90000"/>
          </a:bodyPr>
          <a:lstStyle/>
          <a:p>
            <a:r>
              <a:rPr lang="en"/>
              <a:t>Complex workflows</a:t>
            </a:r>
            <a:endParaRPr/>
          </a:p>
        </p:txBody>
      </p:sp>
      <p:pic>
        <p:nvPicPr>
          <p:cNvPr id="150" name="Google Shape;150;p22"/>
          <p:cNvPicPr preferRelativeResize="0"/>
          <p:nvPr/>
        </p:nvPicPr>
        <p:blipFill>
          <a:blip r:embed="rId3">
            <a:alphaModFix/>
          </a:blip>
          <a:stretch>
            <a:fillRect/>
          </a:stretch>
        </p:blipFill>
        <p:spPr>
          <a:xfrm>
            <a:off x="1366982" y="1736436"/>
            <a:ext cx="9337963" cy="42830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p:nvPr>
        </p:nvSpPr>
        <p:spPr>
          <a:xfrm>
            <a:off x="894667" y="778500"/>
            <a:ext cx="10251600" cy="713600"/>
          </a:xfrm>
          <a:prstGeom prst="rect">
            <a:avLst/>
          </a:prstGeom>
        </p:spPr>
        <p:txBody>
          <a:bodyPr spcFirstLastPara="1" vert="horz" wrap="square" lIns="121900" tIns="121900" rIns="121900" bIns="121900" rtlCol="0" anchor="t" anchorCtr="0">
            <a:normAutofit fontScale="90000"/>
          </a:bodyPr>
          <a:lstStyle/>
          <a:p>
            <a:r>
              <a:rPr lang="en"/>
              <a:t>What are workflow managers?</a:t>
            </a:r>
            <a:endParaRPr/>
          </a:p>
        </p:txBody>
      </p:sp>
      <p:sp>
        <p:nvSpPr>
          <p:cNvPr id="133" name="Google Shape;133;p20"/>
          <p:cNvSpPr txBox="1">
            <a:spLocks noGrp="1"/>
          </p:cNvSpPr>
          <p:nvPr>
            <p:ph type="body" idx="1"/>
          </p:nvPr>
        </p:nvSpPr>
        <p:spPr>
          <a:xfrm>
            <a:off x="1055900" y="1680167"/>
            <a:ext cx="10251600" cy="3014800"/>
          </a:xfrm>
          <a:prstGeom prst="rect">
            <a:avLst/>
          </a:prstGeom>
        </p:spPr>
        <p:txBody>
          <a:bodyPr spcFirstLastPara="1" vert="horz" wrap="square" lIns="121900" tIns="121900" rIns="121900" bIns="121900" rtlCol="0" anchor="t" anchorCtr="0">
            <a:normAutofit/>
          </a:bodyPr>
          <a:lstStyle/>
          <a:p>
            <a:pPr marL="0" indent="0">
              <a:buNone/>
            </a:pPr>
            <a:r>
              <a:rPr lang="en" sz="2133" b="1" dirty="0">
                <a:solidFill>
                  <a:srgbClr val="FF0000"/>
                </a:solidFill>
              </a:rPr>
              <a:t>Workflow managers are a tool for abstraction!</a:t>
            </a:r>
            <a:endParaRPr sz="2133" b="1" dirty="0">
              <a:solidFill>
                <a:srgbClr val="FF0000"/>
              </a:solidFill>
            </a:endParaRPr>
          </a:p>
          <a:p>
            <a:pPr marL="0" indent="0">
              <a:spcBef>
                <a:spcPts val="1600"/>
              </a:spcBef>
              <a:spcAft>
                <a:spcPts val="1600"/>
              </a:spcAft>
              <a:buNone/>
            </a:pPr>
            <a:endParaRPr sz="2133" b="1" dirty="0">
              <a:solidFill>
                <a:srgbClr val="FF0000"/>
              </a:solidFill>
            </a:endParaRPr>
          </a:p>
        </p:txBody>
      </p:sp>
      <p:pic>
        <p:nvPicPr>
          <p:cNvPr id="134" name="Google Shape;134;p20"/>
          <p:cNvPicPr preferRelativeResize="0"/>
          <p:nvPr/>
        </p:nvPicPr>
        <p:blipFill>
          <a:blip r:embed="rId3">
            <a:alphaModFix/>
          </a:blip>
          <a:stretch>
            <a:fillRect/>
          </a:stretch>
        </p:blipFill>
        <p:spPr>
          <a:xfrm>
            <a:off x="572232" y="2231784"/>
            <a:ext cx="10574035" cy="3933700"/>
          </a:xfrm>
          <a:prstGeom prst="rect">
            <a:avLst/>
          </a:prstGeom>
          <a:noFill/>
          <a:ln>
            <a:noFill/>
          </a:ln>
        </p:spPr>
      </p:pic>
      <p:sp>
        <p:nvSpPr>
          <p:cNvPr id="135" name="Google Shape;135;p20"/>
          <p:cNvSpPr txBox="1"/>
          <p:nvPr/>
        </p:nvSpPr>
        <p:spPr>
          <a:xfrm>
            <a:off x="1055900" y="5867300"/>
            <a:ext cx="6924800" cy="424400"/>
          </a:xfrm>
          <a:prstGeom prst="rect">
            <a:avLst/>
          </a:prstGeom>
          <a:noFill/>
          <a:ln>
            <a:noFill/>
          </a:ln>
        </p:spPr>
        <p:txBody>
          <a:bodyPr spcFirstLastPara="1" wrap="square" lIns="121900" tIns="121900" rIns="121900" bIns="121900" anchor="t" anchorCtr="0">
            <a:noAutofit/>
          </a:bodyPr>
          <a:lstStyle/>
          <a:p>
            <a:r>
              <a:rPr lang="en" sz="933" dirty="0">
                <a:solidFill>
                  <a:schemeClr val="accent1"/>
                </a:solidFill>
                <a:latin typeface="Lato"/>
                <a:ea typeface="Lato"/>
                <a:cs typeface="Lato"/>
                <a:sym typeface="Lato"/>
              </a:rPr>
              <a:t>https://ai-dd.eu/sites/default/files/slides/Thomas_Loehr-maize-talk.pdf</a:t>
            </a:r>
            <a:endParaRPr sz="933" dirty="0">
              <a:solidFill>
                <a:schemeClr val="accent1"/>
              </a:solidFill>
              <a:latin typeface="Lato"/>
              <a:ea typeface="Lato"/>
              <a:cs typeface="Lato"/>
              <a:sym typeface="Lato"/>
            </a:endParaRPr>
          </a:p>
        </p:txBody>
      </p:sp>
      <p:sp>
        <p:nvSpPr>
          <p:cNvPr id="136" name="Google Shape;136;p20"/>
          <p:cNvSpPr txBox="1"/>
          <p:nvPr/>
        </p:nvSpPr>
        <p:spPr>
          <a:xfrm>
            <a:off x="7136100" y="1831695"/>
            <a:ext cx="4000000" cy="800179"/>
          </a:xfrm>
          <a:prstGeom prst="rect">
            <a:avLst/>
          </a:prstGeom>
          <a:noFill/>
          <a:ln>
            <a:noFill/>
          </a:ln>
        </p:spPr>
        <p:txBody>
          <a:bodyPr spcFirstLastPara="1" wrap="square" lIns="121900" tIns="121900" rIns="121900" bIns="121900" anchor="t" anchorCtr="0">
            <a:spAutoFit/>
          </a:bodyPr>
          <a:lstStyle/>
          <a:p>
            <a:r>
              <a:rPr lang="en" dirty="0">
                <a:latin typeface="Lato"/>
                <a:ea typeface="Lato"/>
                <a:cs typeface="Lato"/>
                <a:sym typeface="Lato"/>
              </a:rPr>
              <a:t> you write “what” to run; the system handles “how/where/when”</a:t>
            </a:r>
            <a:endParaRPr dirty="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894667" y="778500"/>
            <a:ext cx="10251600" cy="713600"/>
          </a:xfrm>
          <a:prstGeom prst="rect">
            <a:avLst/>
          </a:prstGeom>
        </p:spPr>
        <p:txBody>
          <a:bodyPr spcFirstLastPara="1" vert="horz" wrap="square" lIns="121900" tIns="121900" rIns="121900" bIns="121900" rtlCol="0" anchor="t" anchorCtr="0">
            <a:normAutofit fontScale="90000"/>
          </a:bodyPr>
          <a:lstStyle/>
          <a:p>
            <a:r>
              <a:rPr lang="en"/>
              <a:t>What are workflow managers?</a:t>
            </a:r>
            <a:endParaRPr/>
          </a:p>
        </p:txBody>
      </p:sp>
      <p:sp>
        <p:nvSpPr>
          <p:cNvPr id="142" name="Google Shape;142;p21"/>
          <p:cNvSpPr txBox="1">
            <a:spLocks noGrp="1"/>
          </p:cNvSpPr>
          <p:nvPr>
            <p:ph type="body" idx="1"/>
          </p:nvPr>
        </p:nvSpPr>
        <p:spPr>
          <a:xfrm>
            <a:off x="1045733" y="1347658"/>
            <a:ext cx="10251600" cy="3014800"/>
          </a:xfrm>
          <a:prstGeom prst="rect">
            <a:avLst/>
          </a:prstGeom>
        </p:spPr>
        <p:txBody>
          <a:bodyPr spcFirstLastPara="1" vert="horz" wrap="square" lIns="121900" tIns="121900" rIns="121900" bIns="121900" rtlCol="0" anchor="t" anchorCtr="0">
            <a:normAutofit/>
          </a:bodyPr>
          <a:lstStyle/>
          <a:p>
            <a:pPr marL="0" indent="0">
              <a:buNone/>
            </a:pPr>
            <a:endParaRPr sz="2133" b="1" dirty="0">
              <a:solidFill>
                <a:srgbClr val="FF0000"/>
              </a:solidFill>
            </a:endParaRPr>
          </a:p>
          <a:p>
            <a:pPr marL="0" indent="0">
              <a:spcBef>
                <a:spcPts val="1600"/>
              </a:spcBef>
              <a:spcAft>
                <a:spcPts val="1600"/>
              </a:spcAft>
              <a:buNone/>
            </a:pPr>
            <a:r>
              <a:rPr lang="en" sz="2133" b="1" dirty="0">
                <a:solidFill>
                  <a:srgbClr val="FF0000"/>
                </a:solidFill>
              </a:rPr>
              <a:t>relax → phonons → DOS over ~200 structures, with automatic plane-wave cutoff convergence</a:t>
            </a:r>
            <a:endParaRPr sz="2133" b="1" dirty="0">
              <a:solidFill>
                <a:srgbClr val="FF0000"/>
              </a:solidFill>
            </a:endParaRPr>
          </a:p>
        </p:txBody>
      </p:sp>
      <p:pic>
        <p:nvPicPr>
          <p:cNvPr id="143" name="Google Shape;143;p21"/>
          <p:cNvPicPr preferRelativeResize="0"/>
          <p:nvPr/>
        </p:nvPicPr>
        <p:blipFill>
          <a:blip r:embed="rId3">
            <a:alphaModFix/>
          </a:blip>
          <a:stretch>
            <a:fillRect/>
          </a:stretch>
        </p:blipFill>
        <p:spPr>
          <a:xfrm>
            <a:off x="723298" y="2327133"/>
            <a:ext cx="10574035" cy="3933700"/>
          </a:xfrm>
          <a:prstGeom prst="rect">
            <a:avLst/>
          </a:prstGeom>
          <a:noFill/>
          <a:ln>
            <a:noFill/>
          </a:ln>
        </p:spPr>
      </p:pic>
      <p:sp>
        <p:nvSpPr>
          <p:cNvPr id="144" name="Google Shape;144;p21"/>
          <p:cNvSpPr txBox="1"/>
          <p:nvPr/>
        </p:nvSpPr>
        <p:spPr>
          <a:xfrm>
            <a:off x="248422" y="5867300"/>
            <a:ext cx="6924800" cy="424400"/>
          </a:xfrm>
          <a:prstGeom prst="rect">
            <a:avLst/>
          </a:prstGeom>
          <a:noFill/>
          <a:ln>
            <a:noFill/>
          </a:ln>
        </p:spPr>
        <p:txBody>
          <a:bodyPr spcFirstLastPara="1" wrap="square" lIns="121900" tIns="121900" rIns="121900" bIns="121900" anchor="t" anchorCtr="0">
            <a:noAutofit/>
          </a:bodyPr>
          <a:lstStyle/>
          <a:p>
            <a:r>
              <a:rPr lang="en" sz="933" dirty="0">
                <a:solidFill>
                  <a:schemeClr val="accent1"/>
                </a:solidFill>
                <a:latin typeface="Lato"/>
                <a:ea typeface="Lato"/>
                <a:cs typeface="Lato"/>
                <a:sym typeface="Lato"/>
              </a:rPr>
              <a:t>https://ai-dd.eu/sites/default/files/slides/Thomas_Loehr-maize-talk.pdf</a:t>
            </a:r>
            <a:endParaRPr sz="933" dirty="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3"/>
          <p:cNvSpPr txBox="1">
            <a:spLocks noGrp="1"/>
          </p:cNvSpPr>
          <p:nvPr>
            <p:ph type="title"/>
          </p:nvPr>
        </p:nvSpPr>
        <p:spPr>
          <a:xfrm>
            <a:off x="970200" y="778500"/>
            <a:ext cx="10251600" cy="713600"/>
          </a:xfrm>
          <a:prstGeom prst="rect">
            <a:avLst/>
          </a:prstGeom>
        </p:spPr>
        <p:txBody>
          <a:bodyPr spcFirstLastPara="1" vert="horz" wrap="square" lIns="121900" tIns="121900" rIns="121900" bIns="121900" rtlCol="0" anchor="t" anchorCtr="0">
            <a:normAutofit fontScale="90000"/>
          </a:bodyPr>
          <a:lstStyle/>
          <a:p>
            <a:r>
              <a:rPr lang="en" dirty="0"/>
              <a:t>Commonly used workflow managers</a:t>
            </a:r>
            <a:endParaRPr dirty="0"/>
          </a:p>
        </p:txBody>
      </p:sp>
      <p:pic>
        <p:nvPicPr>
          <p:cNvPr id="156" name="Google Shape;156;p23"/>
          <p:cNvPicPr preferRelativeResize="0"/>
          <p:nvPr/>
        </p:nvPicPr>
        <p:blipFill>
          <a:blip r:embed="rId3">
            <a:alphaModFix/>
          </a:blip>
          <a:stretch>
            <a:fillRect/>
          </a:stretch>
        </p:blipFill>
        <p:spPr>
          <a:xfrm>
            <a:off x="323001" y="1795600"/>
            <a:ext cx="2935263" cy="2593600"/>
          </a:xfrm>
          <a:prstGeom prst="rect">
            <a:avLst/>
          </a:prstGeom>
          <a:noFill/>
          <a:ln w="19050" cap="flat" cmpd="sng">
            <a:solidFill>
              <a:schemeClr val="dk2"/>
            </a:solidFill>
            <a:prstDash val="solid"/>
            <a:round/>
            <a:headEnd type="none" w="sm" len="sm"/>
            <a:tailEnd type="none" w="sm" len="sm"/>
          </a:ln>
        </p:spPr>
      </p:pic>
      <p:pic>
        <p:nvPicPr>
          <p:cNvPr id="157" name="Google Shape;157;p23"/>
          <p:cNvPicPr preferRelativeResize="0"/>
          <p:nvPr/>
        </p:nvPicPr>
        <p:blipFill>
          <a:blip r:embed="rId4">
            <a:alphaModFix/>
          </a:blip>
          <a:stretch>
            <a:fillRect/>
          </a:stretch>
        </p:blipFill>
        <p:spPr>
          <a:xfrm>
            <a:off x="3507884" y="1795600"/>
            <a:ext cx="2437049" cy="2593600"/>
          </a:xfrm>
          <a:prstGeom prst="rect">
            <a:avLst/>
          </a:prstGeom>
          <a:noFill/>
          <a:ln w="19050" cap="flat" cmpd="sng">
            <a:solidFill>
              <a:schemeClr val="dk2"/>
            </a:solidFill>
            <a:prstDash val="solid"/>
            <a:round/>
            <a:headEnd type="none" w="sm" len="sm"/>
            <a:tailEnd type="none" w="sm" len="sm"/>
          </a:ln>
        </p:spPr>
      </p:pic>
      <p:pic>
        <p:nvPicPr>
          <p:cNvPr id="158" name="Google Shape;158;p23"/>
          <p:cNvPicPr preferRelativeResize="0"/>
          <p:nvPr/>
        </p:nvPicPr>
        <p:blipFill>
          <a:blip r:embed="rId5">
            <a:alphaModFix/>
          </a:blip>
          <a:stretch>
            <a:fillRect/>
          </a:stretch>
        </p:blipFill>
        <p:spPr>
          <a:xfrm>
            <a:off x="6254934" y="1795600"/>
            <a:ext cx="2613700" cy="2593597"/>
          </a:xfrm>
          <a:prstGeom prst="rect">
            <a:avLst/>
          </a:prstGeom>
          <a:noFill/>
          <a:ln w="19050" cap="flat" cmpd="sng">
            <a:solidFill>
              <a:schemeClr val="dk2"/>
            </a:solidFill>
            <a:prstDash val="solid"/>
            <a:round/>
            <a:headEnd type="none" w="sm" len="sm"/>
            <a:tailEnd type="none" w="sm" len="sm"/>
          </a:ln>
        </p:spPr>
      </p:pic>
      <p:pic>
        <p:nvPicPr>
          <p:cNvPr id="159" name="Google Shape;159;p23"/>
          <p:cNvPicPr preferRelativeResize="0"/>
          <p:nvPr/>
        </p:nvPicPr>
        <p:blipFill>
          <a:blip r:embed="rId6">
            <a:alphaModFix/>
          </a:blip>
          <a:stretch>
            <a:fillRect/>
          </a:stretch>
        </p:blipFill>
        <p:spPr>
          <a:xfrm>
            <a:off x="9164398" y="1795600"/>
            <a:ext cx="2707801" cy="2593600"/>
          </a:xfrm>
          <a:prstGeom prst="rect">
            <a:avLst/>
          </a:prstGeom>
          <a:noFill/>
          <a:ln w="19050" cap="flat" cmpd="sng">
            <a:solidFill>
              <a:schemeClr val="dk2"/>
            </a:solidFill>
            <a:prstDash val="solid"/>
            <a:round/>
            <a:headEnd type="none" w="sm" len="sm"/>
            <a:tailEnd type="none" w="sm" len="sm"/>
          </a:ln>
        </p:spPr>
      </p:pic>
      <p:sp>
        <p:nvSpPr>
          <p:cNvPr id="160" name="Google Shape;160;p23"/>
          <p:cNvSpPr txBox="1"/>
          <p:nvPr/>
        </p:nvSpPr>
        <p:spPr>
          <a:xfrm>
            <a:off x="3713433" y="4833700"/>
            <a:ext cx="4438800" cy="520000"/>
          </a:xfrm>
          <a:prstGeom prst="rect">
            <a:avLst/>
          </a:prstGeom>
          <a:noFill/>
          <a:ln>
            <a:noFill/>
          </a:ln>
        </p:spPr>
        <p:txBody>
          <a:bodyPr spcFirstLastPara="1" wrap="square" lIns="121900" tIns="121900" rIns="121900" bIns="121900" anchor="t" anchorCtr="0">
            <a:noAutofit/>
          </a:bodyPr>
          <a:lstStyle/>
          <a:p>
            <a:r>
              <a:rPr lang="en" sz="2000">
                <a:solidFill>
                  <a:srgbClr val="FF0000"/>
                </a:solidFill>
                <a:latin typeface="Times New Roman"/>
                <a:ea typeface="Times New Roman"/>
                <a:cs typeface="Times New Roman"/>
                <a:sym typeface="Times New Roman"/>
              </a:rPr>
              <a:t>100+ workflow managers available…</a:t>
            </a:r>
            <a:endParaRPr sz="2000">
              <a:solidFill>
                <a:srgbClr val="FF0000"/>
              </a:solidFill>
              <a:latin typeface="Times New Roman"/>
              <a:ea typeface="Times New Roman"/>
              <a:cs typeface="Times New Roman"/>
              <a:sym typeface="Times New Roman"/>
            </a:endParaRPr>
          </a:p>
        </p:txBody>
      </p:sp>
      <p:pic>
        <p:nvPicPr>
          <p:cNvPr id="161" name="Google Shape;161;p23"/>
          <p:cNvPicPr preferRelativeResize="0"/>
          <p:nvPr/>
        </p:nvPicPr>
        <p:blipFill>
          <a:blip r:embed="rId7">
            <a:alphaModFix/>
          </a:blip>
          <a:stretch>
            <a:fillRect/>
          </a:stretch>
        </p:blipFill>
        <p:spPr>
          <a:xfrm>
            <a:off x="323016" y="1795600"/>
            <a:ext cx="2874840" cy="2593600"/>
          </a:xfrm>
          <a:prstGeom prst="rect">
            <a:avLst/>
          </a:prstGeom>
          <a:noFill/>
          <a:ln>
            <a:noFill/>
          </a:ln>
        </p:spPr>
      </p:pic>
      <p:pic>
        <p:nvPicPr>
          <p:cNvPr id="162" name="Google Shape;162;p23"/>
          <p:cNvPicPr preferRelativeResize="0"/>
          <p:nvPr/>
        </p:nvPicPr>
        <p:blipFill>
          <a:blip r:embed="rId8">
            <a:alphaModFix/>
          </a:blip>
          <a:stretch>
            <a:fillRect/>
          </a:stretch>
        </p:blipFill>
        <p:spPr>
          <a:xfrm>
            <a:off x="6254918" y="1792351"/>
            <a:ext cx="2613701" cy="2600093"/>
          </a:xfrm>
          <a:prstGeom prst="rect">
            <a:avLst/>
          </a:prstGeom>
          <a:noFill/>
          <a:ln>
            <a:noFill/>
          </a:ln>
        </p:spPr>
      </p:pic>
      <p:pic>
        <p:nvPicPr>
          <p:cNvPr id="163" name="Google Shape;163;p23"/>
          <p:cNvPicPr preferRelativeResize="0"/>
          <p:nvPr/>
        </p:nvPicPr>
        <p:blipFill rotWithShape="1">
          <a:blip r:embed="rId9">
            <a:alphaModFix/>
          </a:blip>
          <a:srcRect l="5531" r="12157"/>
          <a:stretch/>
        </p:blipFill>
        <p:spPr>
          <a:xfrm>
            <a:off x="9211450" y="1924667"/>
            <a:ext cx="2613701" cy="2207967"/>
          </a:xfrm>
          <a:prstGeom prst="rect">
            <a:avLst/>
          </a:prstGeom>
          <a:noFill/>
          <a:ln>
            <a:noFill/>
          </a:ln>
        </p:spPr>
      </p:pic>
      <p:pic>
        <p:nvPicPr>
          <p:cNvPr id="164" name="Google Shape;164;p23"/>
          <p:cNvPicPr preferRelativeResize="0"/>
          <p:nvPr/>
        </p:nvPicPr>
        <p:blipFill>
          <a:blip r:embed="rId10">
            <a:alphaModFix/>
          </a:blip>
          <a:stretch>
            <a:fillRect/>
          </a:stretch>
        </p:blipFill>
        <p:spPr>
          <a:xfrm>
            <a:off x="3507867" y="1870784"/>
            <a:ext cx="2246199" cy="2443235"/>
          </a:xfrm>
          <a:prstGeom prst="rect">
            <a:avLst/>
          </a:prstGeom>
          <a:noFill/>
          <a:ln>
            <a:noFill/>
          </a:ln>
        </p:spPr>
      </p:pic>
      <p:sp>
        <p:nvSpPr>
          <p:cNvPr id="2" name="Rectangle 1">
            <a:extLst>
              <a:ext uri="{FF2B5EF4-FFF2-40B4-BE49-F238E27FC236}">
                <a16:creationId xmlns:a16="http://schemas.microsoft.com/office/drawing/2014/main" id="{04E9377B-379E-4767-AF6F-016F163F1744}"/>
              </a:ext>
            </a:extLst>
          </p:cNvPr>
          <p:cNvSpPr/>
          <p:nvPr/>
        </p:nvSpPr>
        <p:spPr>
          <a:xfrm>
            <a:off x="3388200" y="1613617"/>
            <a:ext cx="2707800" cy="2986093"/>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dirty="0"/>
              <a:t>Why not use python or bash scripts?</a:t>
            </a:r>
            <a:endParaRPr dirty="0"/>
          </a:p>
        </p:txBody>
      </p:sp>
      <p:sp>
        <p:nvSpPr>
          <p:cNvPr id="170" name="Google Shape;170;p24"/>
          <p:cNvSpPr txBox="1">
            <a:spLocks noGrp="1"/>
          </p:cNvSpPr>
          <p:nvPr>
            <p:ph type="body" idx="1"/>
          </p:nvPr>
        </p:nvSpPr>
        <p:spPr>
          <a:xfrm>
            <a:off x="970200" y="2215167"/>
            <a:ext cx="10251600" cy="3014800"/>
          </a:xfrm>
          <a:prstGeom prst="rect">
            <a:avLst/>
          </a:prstGeom>
        </p:spPr>
        <p:txBody>
          <a:bodyPr spcFirstLastPara="1" vert="horz" wrap="square" lIns="121900" tIns="121900" rIns="121900" bIns="121900" rtlCol="0" anchor="t" anchorCtr="0">
            <a:normAutofit fontScale="77500" lnSpcReduction="20000"/>
          </a:bodyPr>
          <a:lstStyle/>
          <a:p>
            <a:pPr marL="0" indent="0">
              <a:buNone/>
            </a:pPr>
            <a:r>
              <a:rPr lang="en" b="1" dirty="0"/>
              <a:t>• Reproducibility </a:t>
            </a:r>
            <a:r>
              <a:rPr lang="en" dirty="0"/>
              <a:t>– not just for others</a:t>
            </a:r>
            <a:endParaRPr dirty="0"/>
          </a:p>
          <a:p>
            <a:pPr marL="0" indent="0">
              <a:spcBef>
                <a:spcPts val="1600"/>
              </a:spcBef>
              <a:buNone/>
            </a:pPr>
            <a:r>
              <a:rPr lang="en" b="1" dirty="0"/>
              <a:t>• Configuration</a:t>
            </a:r>
            <a:r>
              <a:rPr lang="en" dirty="0"/>
              <a:t> – no searching through shell history for used parameters </a:t>
            </a:r>
            <a:endParaRPr dirty="0"/>
          </a:p>
          <a:p>
            <a:pPr marL="0" indent="0">
              <a:spcBef>
                <a:spcPts val="1600"/>
              </a:spcBef>
              <a:buNone/>
            </a:pPr>
            <a:r>
              <a:rPr lang="en" b="1" dirty="0"/>
              <a:t>• Modularization</a:t>
            </a:r>
            <a:r>
              <a:rPr lang="en" dirty="0"/>
              <a:t> – easily exchange components to make experiments easier </a:t>
            </a:r>
            <a:endParaRPr dirty="0"/>
          </a:p>
          <a:p>
            <a:pPr marL="0" indent="0">
              <a:spcBef>
                <a:spcPts val="1600"/>
              </a:spcBef>
              <a:buNone/>
            </a:pPr>
            <a:r>
              <a:rPr lang="en" b="1" dirty="0"/>
              <a:t>• Automation</a:t>
            </a:r>
            <a:r>
              <a:rPr lang="en" dirty="0"/>
              <a:t> – easier to integrate into routine systems </a:t>
            </a:r>
            <a:endParaRPr dirty="0"/>
          </a:p>
          <a:p>
            <a:pPr marL="0" indent="0">
              <a:spcBef>
                <a:spcPts val="1600"/>
              </a:spcBef>
              <a:buNone/>
            </a:pPr>
            <a:r>
              <a:rPr lang="en" b="1" dirty="0"/>
              <a:t>• Abstraction</a:t>
            </a:r>
            <a:r>
              <a:rPr lang="en" dirty="0"/>
              <a:t> – components can be thought of as black boxes </a:t>
            </a:r>
            <a:endParaRPr dirty="0"/>
          </a:p>
          <a:p>
            <a:pPr marL="0" indent="0">
              <a:spcBef>
                <a:spcPts val="1600"/>
              </a:spcBef>
              <a:spcAft>
                <a:spcPts val="1600"/>
              </a:spcAft>
              <a:buNone/>
            </a:pPr>
            <a:r>
              <a:rPr lang="en" b="1" dirty="0"/>
              <a:t>• Performance </a:t>
            </a:r>
            <a:r>
              <a:rPr lang="en" dirty="0"/>
              <a:t>– some workflows allow parallelization</a:t>
            </a:r>
            <a:endParaRPr dirty="0"/>
          </a:p>
        </p:txBody>
      </p:sp>
      <p:sp>
        <p:nvSpPr>
          <p:cNvPr id="171" name="Google Shape;171;p24"/>
          <p:cNvSpPr txBox="1"/>
          <p:nvPr/>
        </p:nvSpPr>
        <p:spPr>
          <a:xfrm>
            <a:off x="7194167" y="6547633"/>
            <a:ext cx="6924800" cy="424400"/>
          </a:xfrm>
          <a:prstGeom prst="rect">
            <a:avLst/>
          </a:prstGeom>
          <a:noFill/>
          <a:ln>
            <a:noFill/>
          </a:ln>
        </p:spPr>
        <p:txBody>
          <a:bodyPr spcFirstLastPara="1" wrap="square" lIns="121900" tIns="121900" rIns="121900" bIns="121900" anchor="t" anchorCtr="0">
            <a:noAutofit/>
          </a:bodyPr>
          <a:lstStyle/>
          <a:p>
            <a:r>
              <a:rPr lang="en" sz="933">
                <a:solidFill>
                  <a:schemeClr val="accent1"/>
                </a:solidFill>
                <a:latin typeface="Lato"/>
                <a:ea typeface="Lato"/>
                <a:cs typeface="Lato"/>
                <a:sym typeface="Lato"/>
              </a:rPr>
              <a:t>https://ai-dd.eu/sites/default/files/slides/Thomas_Loehr-maize-talk.pdf</a:t>
            </a:r>
            <a:endParaRPr sz="933">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5"/>
          <p:cNvSpPr txBox="1">
            <a:spLocks noGrp="1"/>
          </p:cNvSpPr>
          <p:nvPr>
            <p:ph type="ctrTitle"/>
          </p:nvPr>
        </p:nvSpPr>
        <p:spPr>
          <a:xfrm>
            <a:off x="972600" y="1763267"/>
            <a:ext cx="10250800" cy="2219600"/>
          </a:xfrm>
          <a:prstGeom prst="rect">
            <a:avLst/>
          </a:prstGeom>
        </p:spPr>
        <p:txBody>
          <a:bodyPr spcFirstLastPara="1" vert="horz" wrap="square" lIns="121900" tIns="121900" rIns="121900" bIns="121900" rtlCol="0" anchor="t" anchorCtr="0">
            <a:normAutofit fontScale="90000"/>
          </a:bodyPr>
          <a:lstStyle/>
          <a:p>
            <a:r>
              <a:rPr lang="en" dirty="0"/>
              <a:t>Introduction to AiiDA: </a:t>
            </a:r>
            <a:r>
              <a:rPr lang="en" sz="5008" dirty="0"/>
              <a:t>automated interactive infrastructure and database for computational science</a:t>
            </a:r>
            <a:endParaRPr sz="5008" dirty="0"/>
          </a:p>
        </p:txBody>
      </p:sp>
      <p:sp>
        <p:nvSpPr>
          <p:cNvPr id="177" name="Google Shape;177;p25"/>
          <p:cNvSpPr txBox="1"/>
          <p:nvPr/>
        </p:nvSpPr>
        <p:spPr>
          <a:xfrm>
            <a:off x="1058800" y="1015433"/>
            <a:ext cx="3685200" cy="478800"/>
          </a:xfrm>
          <a:prstGeom prst="rect">
            <a:avLst/>
          </a:prstGeom>
          <a:noFill/>
          <a:ln>
            <a:noFill/>
          </a:ln>
        </p:spPr>
        <p:txBody>
          <a:bodyPr spcFirstLastPara="1" wrap="square" lIns="121900" tIns="121900" rIns="121900" bIns="121900" anchor="t" anchorCtr="0">
            <a:noAutofit/>
          </a:bodyPr>
          <a:lstStyle/>
          <a:p>
            <a:r>
              <a:rPr lang="en" sz="1733" b="1">
                <a:solidFill>
                  <a:schemeClr val="accent1"/>
                </a:solidFill>
                <a:latin typeface="Lato"/>
                <a:ea typeface="Lato"/>
                <a:cs typeface="Lato"/>
                <a:sym typeface="Lato"/>
              </a:rPr>
              <a:t>Part 2</a:t>
            </a:r>
            <a:endParaRPr sz="1733" b="1">
              <a:solidFill>
                <a:schemeClr val="accen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26"/>
          <p:cNvPicPr preferRelativeResize="0"/>
          <p:nvPr/>
        </p:nvPicPr>
        <p:blipFill>
          <a:blip r:embed="rId3">
            <a:alphaModFix/>
          </a:blip>
          <a:stretch>
            <a:fillRect/>
          </a:stretch>
        </p:blipFill>
        <p:spPr>
          <a:xfrm>
            <a:off x="2658533" y="102633"/>
            <a:ext cx="7129464" cy="2033000"/>
          </a:xfrm>
          <a:prstGeom prst="rect">
            <a:avLst/>
          </a:prstGeom>
          <a:noFill/>
          <a:ln>
            <a:noFill/>
          </a:ln>
        </p:spPr>
      </p:pic>
      <p:pic>
        <p:nvPicPr>
          <p:cNvPr id="183" name="Google Shape;183;p26"/>
          <p:cNvPicPr preferRelativeResize="0"/>
          <p:nvPr/>
        </p:nvPicPr>
        <p:blipFill>
          <a:blip r:embed="rId4">
            <a:alphaModFix/>
          </a:blip>
          <a:stretch>
            <a:fillRect/>
          </a:stretch>
        </p:blipFill>
        <p:spPr>
          <a:xfrm>
            <a:off x="7909734" y="2588933"/>
            <a:ext cx="3632132" cy="3748235"/>
          </a:xfrm>
          <a:prstGeom prst="rect">
            <a:avLst/>
          </a:prstGeom>
          <a:noFill/>
          <a:ln>
            <a:noFill/>
          </a:ln>
        </p:spPr>
      </p:pic>
      <p:pic>
        <p:nvPicPr>
          <p:cNvPr id="184" name="Google Shape;184;p26"/>
          <p:cNvPicPr preferRelativeResize="0"/>
          <p:nvPr/>
        </p:nvPicPr>
        <p:blipFill>
          <a:blip r:embed="rId5">
            <a:alphaModFix/>
          </a:blip>
          <a:stretch>
            <a:fillRect/>
          </a:stretch>
        </p:blipFill>
        <p:spPr>
          <a:xfrm>
            <a:off x="-54349" y="2781904"/>
            <a:ext cx="7317633" cy="1924400"/>
          </a:xfrm>
          <a:prstGeom prst="rect">
            <a:avLst/>
          </a:prstGeom>
          <a:noFill/>
          <a:ln>
            <a:noFill/>
          </a:ln>
        </p:spPr>
      </p:pic>
      <p:sp>
        <p:nvSpPr>
          <p:cNvPr id="185" name="Google Shape;185;p26"/>
          <p:cNvSpPr txBox="1"/>
          <p:nvPr/>
        </p:nvSpPr>
        <p:spPr>
          <a:xfrm>
            <a:off x="616867" y="2781900"/>
            <a:ext cx="5975200" cy="943600"/>
          </a:xfrm>
          <a:prstGeom prst="rect">
            <a:avLst/>
          </a:prstGeom>
          <a:noFill/>
          <a:ln>
            <a:noFill/>
          </a:ln>
        </p:spPr>
        <p:txBody>
          <a:bodyPr spcFirstLastPara="1" wrap="square" lIns="121900" tIns="121900" rIns="121900" bIns="121900" anchor="t" anchorCtr="0">
            <a:noAutofit/>
          </a:bodyPr>
          <a:lstStyle/>
          <a:p>
            <a:endParaRPr sz="2400">
              <a:solidFill>
                <a:schemeClr val="dk2"/>
              </a:solidFill>
            </a:endParaRPr>
          </a:p>
        </p:txBody>
      </p:sp>
      <p:pic>
        <p:nvPicPr>
          <p:cNvPr id="186" name="Google Shape;186;p26"/>
          <p:cNvPicPr preferRelativeResize="0"/>
          <p:nvPr/>
        </p:nvPicPr>
        <p:blipFill rotWithShape="1">
          <a:blip r:embed="rId6">
            <a:alphaModFix/>
          </a:blip>
          <a:srcRect t="11583" r="8917"/>
          <a:stretch/>
        </p:blipFill>
        <p:spPr>
          <a:xfrm>
            <a:off x="307867" y="4706300"/>
            <a:ext cx="7317635" cy="17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a:spLocks noGrp="1"/>
          </p:cNvSpPr>
          <p:nvPr>
            <p:ph type="title"/>
          </p:nvPr>
        </p:nvSpPr>
        <p:spPr>
          <a:xfrm>
            <a:off x="972600" y="798467"/>
            <a:ext cx="10251600" cy="713600"/>
          </a:xfrm>
          <a:prstGeom prst="rect">
            <a:avLst/>
          </a:prstGeom>
        </p:spPr>
        <p:txBody>
          <a:bodyPr spcFirstLastPara="1" vert="horz" wrap="square" lIns="121900" tIns="121900" rIns="121900" bIns="121900" rtlCol="0" anchor="t" anchorCtr="0">
            <a:normAutofit fontScale="90000"/>
          </a:bodyPr>
          <a:lstStyle/>
          <a:p>
            <a:r>
              <a:rPr lang="en"/>
              <a:t>AiiDA schema</a:t>
            </a:r>
            <a:endParaRPr/>
          </a:p>
        </p:txBody>
      </p:sp>
      <p:pic>
        <p:nvPicPr>
          <p:cNvPr id="192" name="Google Shape;192;p27"/>
          <p:cNvPicPr preferRelativeResize="0"/>
          <p:nvPr/>
        </p:nvPicPr>
        <p:blipFill>
          <a:blip r:embed="rId3">
            <a:alphaModFix/>
          </a:blip>
          <a:stretch>
            <a:fillRect/>
          </a:stretch>
        </p:blipFill>
        <p:spPr>
          <a:xfrm>
            <a:off x="0" y="1650613"/>
            <a:ext cx="8470900" cy="4838700"/>
          </a:xfrm>
          <a:prstGeom prst="rect">
            <a:avLst/>
          </a:prstGeom>
          <a:noFill/>
          <a:ln>
            <a:noFill/>
          </a:ln>
        </p:spPr>
      </p:pic>
      <p:sp>
        <p:nvSpPr>
          <p:cNvPr id="193" name="Google Shape;193;p27"/>
          <p:cNvSpPr txBox="1"/>
          <p:nvPr/>
        </p:nvSpPr>
        <p:spPr>
          <a:xfrm>
            <a:off x="8774376" y="1329599"/>
            <a:ext cx="3303790" cy="4729933"/>
          </a:xfrm>
          <a:prstGeom prst="rect">
            <a:avLst/>
          </a:prstGeom>
          <a:noFill/>
          <a:ln>
            <a:noFill/>
          </a:ln>
        </p:spPr>
        <p:txBody>
          <a:bodyPr spcFirstLastPara="1" wrap="square" lIns="121900" tIns="121900" rIns="121900" bIns="121900" anchor="t" anchorCtr="0">
            <a:noAutofit/>
          </a:bodyPr>
          <a:lstStyle/>
          <a:p>
            <a:r>
              <a:rPr lang="en" sz="1200" b="1" dirty="0">
                <a:latin typeface="Lato"/>
                <a:ea typeface="Lato"/>
                <a:cs typeface="Lato"/>
                <a:sym typeface="Lato"/>
              </a:rPr>
              <a:t>Object–Relational Mapping:</a:t>
            </a:r>
            <a:r>
              <a:rPr lang="en" sz="1200" dirty="0">
                <a:latin typeface="Lato"/>
                <a:ea typeface="Lato"/>
                <a:cs typeface="Lato"/>
                <a:sym typeface="Lato"/>
              </a:rPr>
              <a:t> a layer that maps </a:t>
            </a:r>
            <a:r>
              <a:rPr lang="en" sz="1200" b="1" dirty="0">
                <a:latin typeface="Lato"/>
                <a:ea typeface="Lato"/>
                <a:cs typeface="Lato"/>
                <a:sym typeface="Lato"/>
              </a:rPr>
              <a:t>classes/objects</a:t>
            </a:r>
            <a:r>
              <a:rPr lang="en" sz="1200" dirty="0">
                <a:latin typeface="Lato"/>
                <a:ea typeface="Lato"/>
                <a:cs typeface="Lato"/>
                <a:sym typeface="Lato"/>
              </a:rPr>
              <a:t> in code to </a:t>
            </a:r>
            <a:r>
              <a:rPr lang="en" sz="1200" b="1" dirty="0">
                <a:latin typeface="Lato"/>
                <a:ea typeface="Lato"/>
                <a:cs typeface="Lato"/>
                <a:sym typeface="Lato"/>
              </a:rPr>
              <a:t>tables/rows</a:t>
            </a:r>
            <a:r>
              <a:rPr lang="en" sz="1200" dirty="0">
                <a:latin typeface="Lato"/>
                <a:ea typeface="Lato"/>
                <a:cs typeface="Lato"/>
                <a:sym typeface="Lato"/>
              </a:rPr>
              <a:t> in a relational database.</a:t>
            </a:r>
            <a:br>
              <a:rPr lang="en" sz="1200" dirty="0">
                <a:latin typeface="Lato"/>
                <a:ea typeface="Lato"/>
                <a:cs typeface="Lato"/>
                <a:sym typeface="Lato"/>
              </a:rPr>
            </a:br>
            <a:endParaRPr sz="1200" dirty="0">
              <a:latin typeface="Lato"/>
              <a:ea typeface="Lato"/>
              <a:cs typeface="Lato"/>
              <a:sym typeface="Lato"/>
            </a:endParaRPr>
          </a:p>
          <a:p>
            <a:r>
              <a:rPr lang="en" sz="1200" b="1" dirty="0">
                <a:latin typeface="Lato"/>
                <a:ea typeface="Lato"/>
                <a:cs typeface="Lato"/>
                <a:sym typeface="Lato"/>
              </a:rPr>
              <a:t>Plugin interface:</a:t>
            </a:r>
            <a:r>
              <a:rPr lang="en" sz="1200" dirty="0">
                <a:latin typeface="Lato"/>
                <a:ea typeface="Lato"/>
                <a:cs typeface="Lato"/>
                <a:sym typeface="Lato"/>
              </a:rPr>
              <a:t> supports any computational code and data type via extensible plugins.</a:t>
            </a:r>
            <a:br>
              <a:rPr lang="en" sz="1200" dirty="0">
                <a:latin typeface="Lato"/>
                <a:ea typeface="Lato"/>
                <a:cs typeface="Lato"/>
                <a:sym typeface="Lato"/>
              </a:rPr>
            </a:br>
            <a:endParaRPr sz="1200" dirty="0">
              <a:latin typeface="Lato"/>
              <a:ea typeface="Lato"/>
              <a:cs typeface="Lato"/>
              <a:sym typeface="Lato"/>
            </a:endParaRPr>
          </a:p>
          <a:p>
            <a:r>
              <a:rPr lang="en" sz="1200" b="1" dirty="0">
                <a:latin typeface="Lato"/>
                <a:ea typeface="Lato"/>
                <a:cs typeface="Lato"/>
                <a:sym typeface="Lato"/>
              </a:rPr>
              <a:t>Daemon (background engine):</a:t>
            </a:r>
            <a:r>
              <a:rPr lang="en" sz="1200" dirty="0">
                <a:latin typeface="Lato"/>
                <a:ea typeface="Lato"/>
                <a:cs typeface="Lato"/>
                <a:sym typeface="Lato"/>
              </a:rPr>
              <a:t> automates job submission, monitoring, file retrieval, and parsing.</a:t>
            </a:r>
            <a:br>
              <a:rPr lang="en" sz="1200" dirty="0">
                <a:latin typeface="Lato"/>
                <a:ea typeface="Lato"/>
                <a:cs typeface="Lato"/>
                <a:sym typeface="Lato"/>
              </a:rPr>
            </a:br>
            <a:endParaRPr sz="1200" dirty="0">
              <a:latin typeface="Lato"/>
              <a:ea typeface="Lato"/>
              <a:cs typeface="Lato"/>
              <a:sym typeface="Lato"/>
            </a:endParaRPr>
          </a:p>
          <a:p>
            <a:r>
              <a:rPr lang="en" sz="1200" b="1" dirty="0">
                <a:latin typeface="Lato"/>
                <a:ea typeface="Lato"/>
                <a:cs typeface="Lato"/>
                <a:sym typeface="Lato"/>
              </a:rPr>
              <a:t>Schedulers:</a:t>
            </a:r>
            <a:r>
              <a:rPr lang="en" sz="1200" dirty="0">
                <a:latin typeface="Lato"/>
                <a:ea typeface="Lato"/>
                <a:cs typeface="Lato"/>
                <a:sym typeface="Lato"/>
              </a:rPr>
              <a:t> talks to SLURM/PBS/… through scheduler plugins; abstracts queue details.</a:t>
            </a:r>
            <a:br>
              <a:rPr lang="en" sz="1200" dirty="0">
                <a:latin typeface="Lato"/>
                <a:ea typeface="Lato"/>
                <a:cs typeface="Lato"/>
                <a:sym typeface="Lato"/>
              </a:rPr>
            </a:br>
            <a:endParaRPr sz="1200" dirty="0">
              <a:latin typeface="Lato"/>
              <a:ea typeface="Lato"/>
              <a:cs typeface="Lato"/>
              <a:sym typeface="Lato"/>
            </a:endParaRPr>
          </a:p>
          <a:p>
            <a:r>
              <a:rPr lang="en" sz="1200" b="1" dirty="0">
                <a:latin typeface="Lato"/>
                <a:ea typeface="Lato"/>
                <a:cs typeface="Lato"/>
                <a:sym typeface="Lato"/>
              </a:rPr>
              <a:t>Transports:</a:t>
            </a:r>
            <a:r>
              <a:rPr lang="en" sz="1200" dirty="0">
                <a:latin typeface="Lato"/>
                <a:ea typeface="Lato"/>
                <a:cs typeface="Lato"/>
                <a:sym typeface="Lato"/>
              </a:rPr>
              <a:t> connects to resources locally or via SSH (and other channels).</a:t>
            </a:r>
            <a:br>
              <a:rPr lang="en" sz="1200" dirty="0">
                <a:latin typeface="Lato"/>
                <a:ea typeface="Lato"/>
                <a:cs typeface="Lato"/>
                <a:sym typeface="Lato"/>
              </a:rPr>
            </a:br>
            <a:endParaRPr sz="1200" dirty="0">
              <a:latin typeface="Lato"/>
              <a:ea typeface="Lato"/>
              <a:cs typeface="Lato"/>
              <a:sym typeface="Lato"/>
            </a:endParaRPr>
          </a:p>
          <a:p>
            <a:r>
              <a:rPr lang="en" sz="1200" b="1" dirty="0">
                <a:latin typeface="Lato"/>
                <a:ea typeface="Lato"/>
                <a:cs typeface="Lato"/>
                <a:sym typeface="Lato"/>
              </a:rPr>
              <a:t>Remote interaction:</a:t>
            </a:r>
            <a:r>
              <a:rPr lang="en" sz="1200" dirty="0">
                <a:latin typeface="Lato"/>
                <a:ea typeface="Lato"/>
                <a:cs typeface="Lato"/>
                <a:sym typeface="Lato"/>
              </a:rPr>
              <a:t> submits jobs, checks states, and fetches results from clusters automatically.</a:t>
            </a:r>
            <a:endParaRPr sz="1200" dirty="0">
              <a:latin typeface="Lato"/>
              <a:ea typeface="Lato"/>
              <a:cs typeface="Lato"/>
              <a:sym typeface="Lato"/>
            </a:endParaRPr>
          </a:p>
          <a:p>
            <a:endParaRPr sz="1200" dirty="0">
              <a:solidFill>
                <a:schemeClr val="accen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0"/>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dirty="0"/>
              <a:t>Provenance</a:t>
            </a:r>
            <a:endParaRPr dirty="0"/>
          </a:p>
        </p:txBody>
      </p:sp>
      <p:sp>
        <p:nvSpPr>
          <p:cNvPr id="222" name="Google Shape;222;p30"/>
          <p:cNvSpPr txBox="1"/>
          <p:nvPr/>
        </p:nvSpPr>
        <p:spPr>
          <a:xfrm>
            <a:off x="6638658" y="1665670"/>
            <a:ext cx="5207600" cy="2954615"/>
          </a:xfrm>
          <a:prstGeom prst="rect">
            <a:avLst/>
          </a:prstGeom>
          <a:noFill/>
          <a:ln>
            <a:noFill/>
          </a:ln>
        </p:spPr>
        <p:txBody>
          <a:bodyPr spcFirstLastPara="1" wrap="square" lIns="121900" tIns="121900" rIns="121900" bIns="121900" anchor="t" anchorCtr="0">
            <a:spAutoFit/>
          </a:bodyPr>
          <a:lstStyle/>
          <a:p>
            <a:endParaRPr sz="1733" b="1" dirty="0">
              <a:latin typeface="Lato"/>
              <a:ea typeface="Lato"/>
              <a:cs typeface="Lato"/>
              <a:sym typeface="Lato"/>
            </a:endParaRPr>
          </a:p>
          <a:p>
            <a:pPr marL="285750" indent="-285750">
              <a:buFont typeface="Arial" panose="020B0604020202020204" pitchFamily="34" charset="0"/>
              <a:buChar char="•"/>
            </a:pPr>
            <a:r>
              <a:rPr lang="en" dirty="0">
                <a:latin typeface="Lato"/>
                <a:ea typeface="Lato"/>
                <a:cs typeface="Lato"/>
                <a:sym typeface="Lato"/>
              </a:rPr>
              <a:t>AiiDA stores </a:t>
            </a:r>
            <a:r>
              <a:rPr lang="en" b="1" dirty="0">
                <a:latin typeface="Lato"/>
                <a:ea typeface="Lato"/>
                <a:cs typeface="Lato"/>
                <a:sym typeface="Lato"/>
              </a:rPr>
              <a:t>results, inputs, and every execution step</a:t>
            </a:r>
            <a:r>
              <a:rPr lang="en" dirty="0">
                <a:latin typeface="Lato"/>
                <a:ea typeface="Lato"/>
                <a:cs typeface="Lato"/>
                <a:sym typeface="Lato"/>
              </a:rPr>
              <a:t> of your calculations.</a:t>
            </a:r>
            <a:br>
              <a:rPr lang="en" dirty="0">
                <a:latin typeface="Lato"/>
                <a:ea typeface="Lato"/>
                <a:cs typeface="Lato"/>
                <a:sym typeface="Lato"/>
              </a:rPr>
            </a:br>
            <a:endParaRPr dirty="0">
              <a:latin typeface="Lato"/>
              <a:ea typeface="Lato"/>
              <a:cs typeface="Lato"/>
              <a:sym typeface="Lato"/>
            </a:endParaRPr>
          </a:p>
          <a:p>
            <a:pPr marL="285750" indent="-285750">
              <a:buFont typeface="Arial" panose="020B0604020202020204" pitchFamily="34" charset="0"/>
              <a:buChar char="•"/>
            </a:pPr>
            <a:r>
              <a:rPr lang="en" dirty="0">
                <a:latin typeface="Lato"/>
                <a:ea typeface="Lato"/>
                <a:cs typeface="Lato"/>
                <a:sym typeface="Lato"/>
              </a:rPr>
              <a:t>All this information is captured as a </a:t>
            </a:r>
            <a:r>
              <a:rPr lang="en" b="1" dirty="0">
                <a:latin typeface="Lato"/>
                <a:ea typeface="Lato"/>
                <a:cs typeface="Lato"/>
                <a:sym typeface="Lato"/>
              </a:rPr>
              <a:t>Directed Acyclic Graph (DAG)</a:t>
            </a:r>
            <a:r>
              <a:rPr lang="en" dirty="0">
                <a:latin typeface="Lato"/>
                <a:ea typeface="Lato"/>
                <a:cs typeface="Lato"/>
                <a:sym typeface="Lato"/>
              </a:rPr>
              <a:t>.</a:t>
            </a:r>
            <a:br>
              <a:rPr lang="en" dirty="0">
                <a:latin typeface="Lato"/>
                <a:ea typeface="Lato"/>
                <a:cs typeface="Lato"/>
                <a:sym typeface="Lato"/>
              </a:rPr>
            </a:br>
            <a:endParaRPr dirty="0">
              <a:latin typeface="Lato"/>
              <a:ea typeface="Lato"/>
              <a:cs typeface="Lato"/>
              <a:sym typeface="Lato"/>
            </a:endParaRPr>
          </a:p>
          <a:p>
            <a:pPr marL="285750" indent="-285750">
              <a:buFont typeface="Arial" panose="020B0604020202020204" pitchFamily="34" charset="0"/>
              <a:buChar char="•"/>
            </a:pPr>
            <a:r>
              <a:rPr lang="en" dirty="0">
                <a:latin typeface="Lato"/>
                <a:ea typeface="Lato"/>
                <a:cs typeface="Lato"/>
                <a:sym typeface="Lato"/>
              </a:rPr>
              <a:t>Provenance lets you </a:t>
            </a:r>
            <a:r>
              <a:rPr lang="en" b="1" dirty="0">
                <a:latin typeface="Lato"/>
                <a:ea typeface="Lato"/>
                <a:cs typeface="Lato"/>
                <a:sym typeface="Lato"/>
              </a:rPr>
              <a:t>fully retrace how any data was produced</a:t>
            </a:r>
            <a:r>
              <a:rPr lang="en" dirty="0">
                <a:latin typeface="Lato"/>
                <a:ea typeface="Lato"/>
                <a:cs typeface="Lato"/>
                <a:sym typeface="Lato"/>
              </a:rPr>
              <a:t> → </a:t>
            </a:r>
            <a:r>
              <a:rPr lang="en" b="1" dirty="0">
                <a:latin typeface="Lato"/>
                <a:ea typeface="Lato"/>
                <a:cs typeface="Lato"/>
                <a:sym typeface="Lato"/>
              </a:rPr>
              <a:t>reproducibility</a:t>
            </a:r>
            <a:r>
              <a:rPr lang="en" dirty="0">
                <a:latin typeface="Lato"/>
              </a:rPr>
              <a:t>.</a:t>
            </a:r>
            <a:endParaRPr dirty="0">
              <a:latin typeface="Lato"/>
            </a:endParaRPr>
          </a:p>
          <a:p>
            <a:endParaRPr sz="1467" b="1" dirty="0"/>
          </a:p>
        </p:txBody>
      </p:sp>
      <p:pic>
        <p:nvPicPr>
          <p:cNvPr id="223" name="Google Shape;223;p30"/>
          <p:cNvPicPr preferRelativeResize="0"/>
          <p:nvPr/>
        </p:nvPicPr>
        <p:blipFill>
          <a:blip r:embed="rId3">
            <a:alphaModFix/>
          </a:blip>
          <a:stretch>
            <a:fillRect/>
          </a:stretch>
        </p:blipFill>
        <p:spPr>
          <a:xfrm>
            <a:off x="646545" y="1921164"/>
            <a:ext cx="4359564" cy="4045525"/>
          </a:xfrm>
          <a:prstGeom prst="rect">
            <a:avLst/>
          </a:prstGeom>
          <a:noFill/>
          <a:ln>
            <a:noFill/>
          </a:ln>
        </p:spPr>
      </p:pic>
      <p:sp>
        <p:nvSpPr>
          <p:cNvPr id="2" name="TextBox 1">
            <a:extLst>
              <a:ext uri="{FF2B5EF4-FFF2-40B4-BE49-F238E27FC236}">
                <a16:creationId xmlns:a16="http://schemas.microsoft.com/office/drawing/2014/main" id="{233BF774-B0EA-4AA0-B15B-15CCEBF51564}"/>
              </a:ext>
            </a:extLst>
          </p:cNvPr>
          <p:cNvSpPr txBox="1"/>
          <p:nvPr/>
        </p:nvSpPr>
        <p:spPr>
          <a:xfrm>
            <a:off x="1958110" y="5966689"/>
            <a:ext cx="3205018" cy="307777"/>
          </a:xfrm>
          <a:prstGeom prst="rect">
            <a:avLst/>
          </a:prstGeom>
          <a:noFill/>
        </p:spPr>
        <p:txBody>
          <a:bodyPr wrap="square" rtlCol="0">
            <a:spAutoFit/>
          </a:bodyPr>
          <a:lstStyle/>
          <a:p>
            <a:r>
              <a:rPr lang="en-US" sz="1400" b="1" dirty="0"/>
              <a:t>Provenance graph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a:t>Basic concepts</a:t>
            </a:r>
            <a:endParaRPr/>
          </a:p>
        </p:txBody>
      </p:sp>
      <p:sp>
        <p:nvSpPr>
          <p:cNvPr id="199" name="Google Shape;199;p28"/>
          <p:cNvSpPr txBox="1">
            <a:spLocks noGrp="1"/>
          </p:cNvSpPr>
          <p:nvPr>
            <p:ph type="body" idx="1"/>
          </p:nvPr>
        </p:nvSpPr>
        <p:spPr>
          <a:xfrm>
            <a:off x="1053327" y="1798975"/>
            <a:ext cx="4229873" cy="3014800"/>
          </a:xfrm>
          <a:prstGeom prst="rect">
            <a:avLst/>
          </a:prstGeom>
        </p:spPr>
        <p:txBody>
          <a:bodyPr spcFirstLastPara="1" vert="horz" wrap="square" lIns="121900" tIns="121900" rIns="121900" bIns="121900" rtlCol="0" anchor="t" anchorCtr="0">
            <a:normAutofit/>
          </a:bodyPr>
          <a:lstStyle/>
          <a:p>
            <a:pPr marL="0" indent="0">
              <a:spcBef>
                <a:spcPts val="267"/>
              </a:spcBef>
              <a:buNone/>
            </a:pPr>
            <a:r>
              <a:rPr lang="en" sz="2133" b="1" dirty="0">
                <a:solidFill>
                  <a:srgbClr val="111111"/>
                </a:solidFill>
              </a:rPr>
              <a:t>Data Types</a:t>
            </a:r>
          </a:p>
          <a:p>
            <a:pPr marL="0" indent="0">
              <a:spcBef>
                <a:spcPts val="267"/>
              </a:spcBef>
              <a:buNone/>
            </a:pPr>
            <a:endParaRPr sz="2133" b="1" dirty="0">
              <a:solidFill>
                <a:srgbClr val="111111"/>
              </a:solidFill>
            </a:endParaRPr>
          </a:p>
          <a:p>
            <a:pPr marL="410632" indent="-342900">
              <a:spcBef>
                <a:spcPts val="267"/>
              </a:spcBef>
            </a:pPr>
            <a:r>
              <a:rPr lang="en" sz="1867" b="1" dirty="0">
                <a:solidFill>
                  <a:srgbClr val="333333"/>
                </a:solidFill>
              </a:rPr>
              <a:t>Python classes hosting data, allow storing in the database and provenance.</a:t>
            </a:r>
            <a:endParaRPr sz="1867" b="1" dirty="0">
              <a:solidFill>
                <a:srgbClr val="333333"/>
              </a:solidFill>
            </a:endParaRPr>
          </a:p>
          <a:p>
            <a:pPr marL="410632" indent="-342900">
              <a:spcBef>
                <a:spcPts val="267"/>
              </a:spcBef>
            </a:pPr>
            <a:r>
              <a:rPr lang="en" sz="1867" b="1" dirty="0">
                <a:solidFill>
                  <a:srgbClr val="333333"/>
                </a:solidFill>
              </a:rPr>
              <a:t>Simple wrappers of python types.	</a:t>
            </a:r>
            <a:endParaRPr sz="1867" b="1" dirty="0">
              <a:solidFill>
                <a:srgbClr val="111111"/>
              </a:solidFill>
            </a:endParaRPr>
          </a:p>
          <a:p>
            <a:pPr marL="0" indent="0">
              <a:spcAft>
                <a:spcPts val="1600"/>
              </a:spcAft>
              <a:buNone/>
            </a:pPr>
            <a:endParaRPr sz="1867" dirty="0"/>
          </a:p>
        </p:txBody>
      </p:sp>
      <p:pic>
        <p:nvPicPr>
          <p:cNvPr id="200" name="Google Shape;200;p28"/>
          <p:cNvPicPr preferRelativeResize="0"/>
          <p:nvPr/>
        </p:nvPicPr>
        <p:blipFill>
          <a:blip r:embed="rId3">
            <a:alphaModFix/>
          </a:blip>
          <a:stretch>
            <a:fillRect/>
          </a:stretch>
        </p:blipFill>
        <p:spPr>
          <a:xfrm>
            <a:off x="6806339" y="1554163"/>
            <a:ext cx="5359400" cy="647700"/>
          </a:xfrm>
          <a:prstGeom prst="rect">
            <a:avLst/>
          </a:prstGeom>
          <a:noFill/>
          <a:ln>
            <a:noFill/>
          </a:ln>
        </p:spPr>
      </p:pic>
      <p:pic>
        <p:nvPicPr>
          <p:cNvPr id="201" name="Google Shape;201;p28"/>
          <p:cNvPicPr preferRelativeResize="0"/>
          <p:nvPr/>
        </p:nvPicPr>
        <p:blipFill>
          <a:blip r:embed="rId4">
            <a:alphaModFix/>
          </a:blip>
          <a:stretch>
            <a:fillRect/>
          </a:stretch>
        </p:blipFill>
        <p:spPr>
          <a:xfrm>
            <a:off x="6732448" y="2725639"/>
            <a:ext cx="5359400" cy="647700"/>
          </a:xfrm>
          <a:prstGeom prst="rect">
            <a:avLst/>
          </a:prstGeom>
          <a:noFill/>
          <a:ln>
            <a:noFill/>
          </a:ln>
        </p:spPr>
      </p:pic>
      <p:pic>
        <p:nvPicPr>
          <p:cNvPr id="202" name="Google Shape;202;p28"/>
          <p:cNvPicPr preferRelativeResize="0"/>
          <p:nvPr/>
        </p:nvPicPr>
        <p:blipFill>
          <a:blip r:embed="rId5">
            <a:alphaModFix/>
          </a:blip>
          <a:stretch>
            <a:fillRect/>
          </a:stretch>
        </p:blipFill>
        <p:spPr>
          <a:xfrm>
            <a:off x="3398982" y="4133117"/>
            <a:ext cx="7437732" cy="2019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1"/>
          <p:cNvSpPr txBox="1">
            <a:spLocks noGrp="1"/>
          </p:cNvSpPr>
          <p:nvPr>
            <p:ph type="title"/>
          </p:nvPr>
        </p:nvSpPr>
        <p:spPr>
          <a:xfrm>
            <a:off x="970200" y="756233"/>
            <a:ext cx="10251600" cy="713600"/>
          </a:xfrm>
          <a:prstGeom prst="rect">
            <a:avLst/>
          </a:prstGeom>
        </p:spPr>
        <p:txBody>
          <a:bodyPr spcFirstLastPara="1" vert="horz" wrap="square" lIns="121900" tIns="121900" rIns="121900" bIns="121900" rtlCol="0" anchor="t" anchorCtr="0">
            <a:normAutofit fontScale="90000"/>
          </a:bodyPr>
          <a:lstStyle/>
          <a:p>
            <a:r>
              <a:rPr lang="en"/>
              <a:t>Hands on</a:t>
            </a:r>
            <a:endParaRPr/>
          </a:p>
        </p:txBody>
      </p:sp>
      <p:pic>
        <p:nvPicPr>
          <p:cNvPr id="230" name="Google Shape;230;p31"/>
          <p:cNvPicPr preferRelativeResize="0"/>
          <p:nvPr/>
        </p:nvPicPr>
        <p:blipFill>
          <a:blip r:embed="rId3">
            <a:alphaModFix/>
          </a:blip>
          <a:stretch>
            <a:fillRect/>
          </a:stretch>
        </p:blipFill>
        <p:spPr>
          <a:xfrm>
            <a:off x="510160" y="1911927"/>
            <a:ext cx="5117074" cy="4189839"/>
          </a:xfrm>
          <a:prstGeom prst="rect">
            <a:avLst/>
          </a:prstGeom>
          <a:noFill/>
          <a:ln>
            <a:noFill/>
          </a:ln>
        </p:spPr>
      </p:pic>
      <p:pic>
        <p:nvPicPr>
          <p:cNvPr id="2" name="Picture 1">
            <a:extLst>
              <a:ext uri="{FF2B5EF4-FFF2-40B4-BE49-F238E27FC236}">
                <a16:creationId xmlns:a16="http://schemas.microsoft.com/office/drawing/2014/main" id="{30A18080-A989-4B77-B662-6092421F4957}"/>
              </a:ext>
            </a:extLst>
          </p:cNvPr>
          <p:cNvPicPr>
            <a:picLocks noChangeAspect="1"/>
          </p:cNvPicPr>
          <p:nvPr/>
        </p:nvPicPr>
        <p:blipFill>
          <a:blip r:embed="rId4"/>
          <a:stretch>
            <a:fillRect/>
          </a:stretch>
        </p:blipFill>
        <p:spPr>
          <a:xfrm>
            <a:off x="6308436" y="1862944"/>
            <a:ext cx="5650627" cy="445530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34"/>
        <p:cNvGrpSpPr/>
        <p:nvPr/>
      </p:nvGrpSpPr>
      <p:grpSpPr>
        <a:xfrm>
          <a:off x="0" y="0"/>
          <a:ext cx="0" cy="0"/>
          <a:chOff x="0" y="0"/>
          <a:chExt cx="0" cy="0"/>
        </a:xfrm>
      </p:grpSpPr>
      <p:sp>
        <p:nvSpPr>
          <p:cNvPr id="235" name="Google Shape;235;p32"/>
          <p:cNvSpPr txBox="1">
            <a:spLocks noGrp="1"/>
          </p:cNvSpPr>
          <p:nvPr>
            <p:ph type="title"/>
          </p:nvPr>
        </p:nvSpPr>
        <p:spPr>
          <a:xfrm>
            <a:off x="972600" y="798467"/>
            <a:ext cx="10251600" cy="713600"/>
          </a:xfrm>
          <a:prstGeom prst="rect">
            <a:avLst/>
          </a:prstGeom>
        </p:spPr>
        <p:txBody>
          <a:bodyPr spcFirstLastPara="1" vert="horz" wrap="square" lIns="121900" tIns="121900" rIns="121900" bIns="121900" rtlCol="0" anchor="t" anchorCtr="0">
            <a:normAutofit fontScale="90000"/>
          </a:bodyPr>
          <a:lstStyle/>
          <a:p>
            <a:r>
              <a:rPr lang="en"/>
              <a:t>AiiDA schema</a:t>
            </a:r>
            <a:endParaRPr/>
          </a:p>
        </p:txBody>
      </p:sp>
      <p:pic>
        <p:nvPicPr>
          <p:cNvPr id="236" name="Google Shape;236;p32"/>
          <p:cNvPicPr preferRelativeResize="0"/>
          <p:nvPr/>
        </p:nvPicPr>
        <p:blipFill>
          <a:blip r:embed="rId3">
            <a:alphaModFix/>
          </a:blip>
          <a:stretch>
            <a:fillRect/>
          </a:stretch>
        </p:blipFill>
        <p:spPr>
          <a:xfrm>
            <a:off x="1906185" y="2454800"/>
            <a:ext cx="8699500" cy="3987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EB11D-8E60-6547-E989-E18AA96B3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A1864-6F0D-FABB-D717-05F45D22F671}"/>
              </a:ext>
            </a:extLst>
          </p:cNvPr>
          <p:cNvSpPr>
            <a:spLocks noGrp="1"/>
          </p:cNvSpPr>
          <p:nvPr>
            <p:ph type="ctrTitle"/>
          </p:nvPr>
        </p:nvSpPr>
        <p:spPr/>
        <p:txBody>
          <a:bodyPr/>
          <a:lstStyle/>
          <a:p>
            <a:r>
              <a:rPr lang="en-FR" dirty="0"/>
              <a:t>Merci de votre attention</a:t>
            </a:r>
          </a:p>
        </p:txBody>
      </p:sp>
      <p:sp>
        <p:nvSpPr>
          <p:cNvPr id="3" name="Subtitle 2">
            <a:extLst>
              <a:ext uri="{FF2B5EF4-FFF2-40B4-BE49-F238E27FC236}">
                <a16:creationId xmlns:a16="http://schemas.microsoft.com/office/drawing/2014/main" id="{9C056F39-29A0-4D11-2BDE-B636CE5133AE}"/>
              </a:ext>
            </a:extLst>
          </p:cNvPr>
          <p:cNvSpPr>
            <a:spLocks noGrp="1"/>
          </p:cNvSpPr>
          <p:nvPr>
            <p:ph type="subTitle" idx="1"/>
          </p:nvPr>
        </p:nvSpPr>
        <p:spPr/>
        <p:txBody>
          <a:bodyPr/>
          <a:lstStyle/>
          <a:p>
            <a:r>
              <a:rPr lang="en-GB" dirty="0">
                <a:hlinkClick r:id="rId2">
                  <a:extLst>
                    <a:ext uri="{A12FA001-AC4F-418D-AE19-62706E023703}">
                      <ahyp:hlinkClr xmlns:ahyp="http://schemas.microsoft.com/office/drawing/2018/hyperlinkcolor" val="tx"/>
                    </a:ext>
                  </a:extLst>
                </a:hlinkClick>
              </a:rPr>
              <a:t>p</a:t>
            </a:r>
            <a:r>
              <a:rPr lang="en-FR" dirty="0">
                <a:hlinkClick r:id="rId2">
                  <a:extLst>
                    <a:ext uri="{A12FA001-AC4F-418D-AE19-62706E023703}">
                      <ahyp:hlinkClr xmlns:ahyp="http://schemas.microsoft.com/office/drawing/2018/hyperlinkcolor" val="tx"/>
                    </a:ext>
                  </a:extLst>
                </a:hlinkClick>
              </a:rPr>
              <a:t>epr-diadem.fr</a:t>
            </a:r>
            <a:endParaRPr lang="en-FR" dirty="0"/>
          </a:p>
        </p:txBody>
      </p:sp>
    </p:spTree>
    <p:extLst>
      <p:ext uri="{BB962C8B-B14F-4D97-AF65-F5344CB8AC3E}">
        <p14:creationId xmlns:p14="http://schemas.microsoft.com/office/powerpoint/2010/main" val="976292240"/>
      </p:ext>
    </p:extLst>
  </p:cSld>
  <p:clrMapOvr>
    <a:masterClrMapping/>
  </p:clrMapOvr>
</p:sld>
</file>

<file path=ppt/theme/theme1.xml><?xml version="1.0" encoding="utf-8"?>
<a:theme xmlns:a="http://schemas.openxmlformats.org/drawingml/2006/main" name="Office Theme">
  <a:themeElements>
    <a:clrScheme name="PEPR DIADEM">
      <a:dk1>
        <a:srgbClr val="000000"/>
      </a:dk1>
      <a:lt1>
        <a:srgbClr val="FFFFFF"/>
      </a:lt1>
      <a:dk2>
        <a:srgbClr val="002063"/>
      </a:dk2>
      <a:lt2>
        <a:srgbClr val="DBEFF9"/>
      </a:lt2>
      <a:accent1>
        <a:srgbClr val="616BB6"/>
      </a:accent1>
      <a:accent2>
        <a:srgbClr val="009DD9"/>
      </a:accent2>
      <a:accent3>
        <a:srgbClr val="0BD0D9"/>
      </a:accent3>
      <a:accent4>
        <a:srgbClr val="10CF9B"/>
      </a:accent4>
      <a:accent5>
        <a:srgbClr val="78BCEB"/>
      </a:accent5>
      <a:accent6>
        <a:srgbClr val="009999"/>
      </a:accent6>
      <a:hlink>
        <a:srgbClr val="F49100"/>
      </a:hlink>
      <a:folHlink>
        <a:srgbClr val="85DFD0"/>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DIADEM Formation Initiale</Template>
  <TotalTime>2979</TotalTime>
  <Words>723</Words>
  <Application>Microsoft Office PowerPoint</Application>
  <PresentationFormat>Widescreen</PresentationFormat>
  <Paragraphs>73</Paragraphs>
  <Slides>21</Slides>
  <Notes>20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Lato</vt:lpstr>
      <vt:lpstr>Times New Roman</vt:lpstr>
      <vt:lpstr>Office Theme</vt:lpstr>
      <vt:lpstr>Introduction to workflows</vt:lpstr>
      <vt:lpstr>Outline</vt:lpstr>
      <vt:lpstr>Introduction</vt:lpstr>
      <vt:lpstr>Introduction</vt:lpstr>
      <vt:lpstr>Introduction</vt:lpstr>
      <vt:lpstr>What is a workflow?</vt:lpstr>
      <vt:lpstr>What is a workflow?</vt:lpstr>
      <vt:lpstr>What is a workflow?</vt:lpstr>
      <vt:lpstr>Complex workflows</vt:lpstr>
      <vt:lpstr>What are workflow managers?</vt:lpstr>
      <vt:lpstr>What are workflow managers?</vt:lpstr>
      <vt:lpstr>Commonly used workflow managers</vt:lpstr>
      <vt:lpstr>Why not use python or bash scripts?</vt:lpstr>
      <vt:lpstr>Introduction to AiiDA: automated interactive infrastructure and database for computational science</vt:lpstr>
      <vt:lpstr>PowerPoint Presentation</vt:lpstr>
      <vt:lpstr>AiiDA schema</vt:lpstr>
      <vt:lpstr>Provenance</vt:lpstr>
      <vt:lpstr>Basic concepts</vt:lpstr>
      <vt:lpstr>Hands on</vt:lpstr>
      <vt:lpstr>AiiDA schema</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Workflows General Concepts and Appication</dc:title>
  <dc:creator>akammothumk</dc:creator>
  <cp:lastModifiedBy>akammothumk@domain.cemes.fr</cp:lastModifiedBy>
  <cp:revision>52</cp:revision>
  <dcterms:modified xsi:type="dcterms:W3CDTF">2026-09-02T06:50:37Z</dcterms:modified>
</cp:coreProperties>
</file>